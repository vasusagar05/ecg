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58" r:id="rId4"/>
    <p:sldId id="262" r:id="rId5"/>
    <p:sldId id="263" r:id="rId6"/>
    <p:sldId id="259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7F88FA-1E5F-4EBD-809E-815990D475F8}" v="3" dt="2026-01-26T11:23:28.374"/>
    <p1510:client id="{52877334-E71A-4531-882F-522365A5B0CE}" v="29" dt="2026-01-26T11:25:07.8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erla Vasu Sagar" userId="b11d9adaf630af45" providerId="Windows Live" clId="Web-{4A7F88FA-1E5F-4EBD-809E-815990D475F8}"/>
    <pc:docChg chg="modSld">
      <pc:chgData name="Cheerla Vasu Sagar" userId="b11d9adaf630af45" providerId="Windows Live" clId="Web-{4A7F88FA-1E5F-4EBD-809E-815990D475F8}" dt="2026-01-26T11:23:28.374" v="11"/>
      <pc:docMkLst>
        <pc:docMk/>
      </pc:docMkLst>
      <pc:sldChg chg="addSp delSp modSp">
        <pc:chgData name="Cheerla Vasu Sagar" userId="b11d9adaf630af45" providerId="Windows Live" clId="Web-{4A7F88FA-1E5F-4EBD-809E-815990D475F8}" dt="2026-01-26T11:21:36.558" v="8"/>
        <pc:sldMkLst>
          <pc:docMk/>
          <pc:sldMk cId="937327344" sldId="260"/>
        </pc:sldMkLst>
        <pc:spChg chg="mod">
          <ac:chgData name="Cheerla Vasu Sagar" userId="b11d9adaf630af45" providerId="Windows Live" clId="Web-{4A7F88FA-1E5F-4EBD-809E-815990D475F8}" dt="2026-01-26T11:21:36.542" v="7"/>
          <ac:spMkLst>
            <pc:docMk/>
            <pc:sldMk cId="937327344" sldId="260"/>
            <ac:spMk id="2" creationId="{1DBEB160-9B66-44B3-C042-D8EA06A16DBE}"/>
          </ac:spMkLst>
        </pc:spChg>
        <pc:spChg chg="mod">
          <ac:chgData name="Cheerla Vasu Sagar" userId="b11d9adaf630af45" providerId="Windows Live" clId="Web-{4A7F88FA-1E5F-4EBD-809E-815990D475F8}" dt="2026-01-26T11:21:36.558" v="8"/>
          <ac:spMkLst>
            <pc:docMk/>
            <pc:sldMk cId="937327344" sldId="260"/>
            <ac:spMk id="3" creationId="{55042995-B6CD-EB7F-7EA0-8493973406A5}"/>
          </ac:spMkLst>
        </pc:spChg>
        <pc:spChg chg="add del">
          <ac:chgData name="Cheerla Vasu Sagar" userId="b11d9adaf630af45" providerId="Windows Live" clId="Web-{4A7F88FA-1E5F-4EBD-809E-815990D475F8}" dt="2026-01-26T11:21:36.558" v="8"/>
          <ac:spMkLst>
            <pc:docMk/>
            <pc:sldMk cId="937327344" sldId="260"/>
            <ac:spMk id="16" creationId="{F13C74B1-5B17-4795-BED0-7140497B445A}"/>
          </ac:spMkLst>
        </pc:spChg>
        <pc:spChg chg="add del">
          <ac:chgData name="Cheerla Vasu Sagar" userId="b11d9adaf630af45" providerId="Windows Live" clId="Web-{4A7F88FA-1E5F-4EBD-809E-815990D475F8}" dt="2026-01-26T11:21:36.558" v="8"/>
          <ac:spMkLst>
            <pc:docMk/>
            <pc:sldMk cId="937327344" sldId="260"/>
            <ac:spMk id="17" creationId="{D4974D33-8DC5-464E-8C6D-BE58F0669C17}"/>
          </ac:spMkLst>
        </pc:spChg>
        <pc:spChg chg="add del">
          <ac:chgData name="Cheerla Vasu Sagar" userId="b11d9adaf630af45" providerId="Windows Live" clId="Web-{4A7F88FA-1E5F-4EBD-809E-815990D475F8}" dt="2026-01-26T11:21:29.261" v="3"/>
          <ac:spMkLst>
            <pc:docMk/>
            <pc:sldMk cId="937327344" sldId="260"/>
            <ac:spMk id="23" creationId="{04812C46-200A-4DEB-A05E-3ED6C68C2387}"/>
          </ac:spMkLst>
        </pc:spChg>
        <pc:spChg chg="add del">
          <ac:chgData name="Cheerla Vasu Sagar" userId="b11d9adaf630af45" providerId="Windows Live" clId="Web-{4A7F88FA-1E5F-4EBD-809E-815990D475F8}" dt="2026-01-26T11:21:29.261" v="3"/>
          <ac:spMkLst>
            <pc:docMk/>
            <pc:sldMk cId="937327344" sldId="260"/>
            <ac:spMk id="25" creationId="{D1EA859B-E555-4109-94F3-6700E046E008}"/>
          </ac:spMkLst>
        </pc:spChg>
        <pc:spChg chg="add del">
          <ac:chgData name="Cheerla Vasu Sagar" userId="b11d9adaf630af45" providerId="Windows Live" clId="Web-{4A7F88FA-1E5F-4EBD-809E-815990D475F8}" dt="2026-01-26T11:21:32.042" v="5"/>
          <ac:spMkLst>
            <pc:docMk/>
            <pc:sldMk cId="937327344" sldId="260"/>
            <ac:spMk id="27" creationId="{F13C74B1-5B17-4795-BED0-7140497B445A}"/>
          </ac:spMkLst>
        </pc:spChg>
        <pc:spChg chg="add del">
          <ac:chgData name="Cheerla Vasu Sagar" userId="b11d9adaf630af45" providerId="Windows Live" clId="Web-{4A7F88FA-1E5F-4EBD-809E-815990D475F8}" dt="2026-01-26T11:21:32.042" v="5"/>
          <ac:spMkLst>
            <pc:docMk/>
            <pc:sldMk cId="937327344" sldId="260"/>
            <ac:spMk id="28" creationId="{D4974D33-8DC5-464E-8C6D-BE58F0669C17}"/>
          </ac:spMkLst>
        </pc:spChg>
        <pc:spChg chg="add del">
          <ac:chgData name="Cheerla Vasu Sagar" userId="b11d9adaf630af45" providerId="Windows Live" clId="Web-{4A7F88FA-1E5F-4EBD-809E-815990D475F8}" dt="2026-01-26T11:21:36.542" v="7"/>
          <ac:spMkLst>
            <pc:docMk/>
            <pc:sldMk cId="937327344" sldId="260"/>
            <ac:spMk id="30" creationId="{04812C46-200A-4DEB-A05E-3ED6C68C2387}"/>
          </ac:spMkLst>
        </pc:spChg>
        <pc:spChg chg="add del">
          <ac:chgData name="Cheerla Vasu Sagar" userId="b11d9adaf630af45" providerId="Windows Live" clId="Web-{4A7F88FA-1E5F-4EBD-809E-815990D475F8}" dt="2026-01-26T11:21:36.542" v="7"/>
          <ac:spMkLst>
            <pc:docMk/>
            <pc:sldMk cId="937327344" sldId="260"/>
            <ac:spMk id="31" creationId="{D1EA859B-E555-4109-94F3-6700E046E008}"/>
          </ac:spMkLst>
        </pc:spChg>
        <pc:spChg chg="add">
          <ac:chgData name="Cheerla Vasu Sagar" userId="b11d9adaf630af45" providerId="Windows Live" clId="Web-{4A7F88FA-1E5F-4EBD-809E-815990D475F8}" dt="2026-01-26T11:21:36.558" v="8"/>
          <ac:spMkLst>
            <pc:docMk/>
            <pc:sldMk cId="937327344" sldId="260"/>
            <ac:spMk id="33" creationId="{F13C74B1-5B17-4795-BED0-7140497B445A}"/>
          </ac:spMkLst>
        </pc:spChg>
        <pc:spChg chg="add">
          <ac:chgData name="Cheerla Vasu Sagar" userId="b11d9adaf630af45" providerId="Windows Live" clId="Web-{4A7F88FA-1E5F-4EBD-809E-815990D475F8}" dt="2026-01-26T11:21:36.558" v="8"/>
          <ac:spMkLst>
            <pc:docMk/>
            <pc:sldMk cId="937327344" sldId="260"/>
            <ac:spMk id="34" creationId="{D4974D33-8DC5-464E-8C6D-BE58F0669C17}"/>
          </ac:spMkLst>
        </pc:spChg>
        <pc:picChg chg="mod ord">
          <ac:chgData name="Cheerla Vasu Sagar" userId="b11d9adaf630af45" providerId="Windows Live" clId="Web-{4A7F88FA-1E5F-4EBD-809E-815990D475F8}" dt="2026-01-26T11:21:36.558" v="8"/>
          <ac:picMkLst>
            <pc:docMk/>
            <pc:sldMk cId="937327344" sldId="260"/>
            <ac:picMk id="18" creationId="{7CE2EF9F-88CA-D77A-66A6-4FCA6AFECBFA}"/>
          </ac:picMkLst>
        </pc:picChg>
      </pc:sldChg>
      <pc:sldChg chg="addSp delSp modSp mod setBg setClrOvrMap">
        <pc:chgData name="Cheerla Vasu Sagar" userId="b11d9adaf630af45" providerId="Windows Live" clId="Web-{4A7F88FA-1E5F-4EBD-809E-815990D475F8}" dt="2026-01-26T11:23:28.374" v="11"/>
        <pc:sldMkLst>
          <pc:docMk/>
          <pc:sldMk cId="2638135301" sldId="263"/>
        </pc:sldMkLst>
        <pc:spChg chg="mod">
          <ac:chgData name="Cheerla Vasu Sagar" userId="b11d9adaf630af45" providerId="Windows Live" clId="Web-{4A7F88FA-1E5F-4EBD-809E-815990D475F8}" dt="2026-01-26T11:20:56.322" v="0"/>
          <ac:spMkLst>
            <pc:docMk/>
            <pc:sldMk cId="2638135301" sldId="263"/>
            <ac:spMk id="2" creationId="{129DD92F-31E9-D928-383C-8AE268B3AD30}"/>
          </ac:spMkLst>
        </pc:spChg>
        <pc:spChg chg="del">
          <ac:chgData name="Cheerla Vasu Sagar" userId="b11d9adaf630af45" providerId="Windows Live" clId="Web-{4A7F88FA-1E5F-4EBD-809E-815990D475F8}" dt="2026-01-26T11:20:56.322" v="0"/>
          <ac:spMkLst>
            <pc:docMk/>
            <pc:sldMk cId="2638135301" sldId="263"/>
            <ac:spMk id="3" creationId="{658FCD42-36F7-4429-E3B2-2AEBA10E22B1}"/>
          </ac:spMkLst>
        </pc:spChg>
        <pc:spChg chg="add del">
          <ac:chgData name="Cheerla Vasu Sagar" userId="b11d9adaf630af45" providerId="Windows Live" clId="Web-{4A7F88FA-1E5F-4EBD-809E-815990D475F8}" dt="2026-01-26T11:23:28.374" v="11"/>
          <ac:spMkLst>
            <pc:docMk/>
            <pc:sldMk cId="2638135301" sldId="263"/>
            <ac:spMk id="10" creationId="{B50AB553-2A96-4A92-96F2-93548E096954}"/>
          </ac:spMkLst>
        </pc:spChg>
        <pc:spChg chg="add">
          <ac:chgData name="Cheerla Vasu Sagar" userId="b11d9adaf630af45" providerId="Windows Live" clId="Web-{4A7F88FA-1E5F-4EBD-809E-815990D475F8}" dt="2026-01-26T11:23:28.374" v="11"/>
          <ac:spMkLst>
            <pc:docMk/>
            <pc:sldMk cId="2638135301" sldId="263"/>
            <ac:spMk id="12" creationId="{B50AB553-2A96-4A92-96F2-93548E096954}"/>
          </ac:spMkLst>
        </pc:spChg>
        <pc:graphicFrameChg chg="add mod modGraphic">
          <ac:chgData name="Cheerla Vasu Sagar" userId="b11d9adaf630af45" providerId="Windows Live" clId="Web-{4A7F88FA-1E5F-4EBD-809E-815990D475F8}" dt="2026-01-26T11:23:28.374" v="11"/>
          <ac:graphicFrameMkLst>
            <pc:docMk/>
            <pc:sldMk cId="2638135301" sldId="263"/>
            <ac:graphicFrameMk id="5" creationId="{15CF3337-7B83-C06F-5D03-88134E3DDAAD}"/>
          </ac:graphicFrameMkLst>
        </pc:graphicFrameChg>
        <pc:picChg chg="add mod">
          <ac:chgData name="Cheerla Vasu Sagar" userId="b11d9adaf630af45" providerId="Windows Live" clId="Web-{4A7F88FA-1E5F-4EBD-809E-815990D475F8}" dt="2026-01-26T11:23:28.296" v="10"/>
          <ac:picMkLst>
            <pc:docMk/>
            <pc:sldMk cId="2638135301" sldId="263"/>
            <ac:picMk id="6" creationId="{C2917CF0-5CF5-CAD7-804C-5DE0581EE3C6}"/>
          </ac:picMkLst>
        </pc:picChg>
      </pc:sldChg>
    </pc:docChg>
  </pc:docChgLst>
  <pc:docChgLst>
    <pc:chgData name="Cheerla Vasu Sagar" userId="b11d9adaf630af45" providerId="Windows Live" clId="Web-{C3B6627C-0D8C-D0BF-F46B-49BDC4BA2DAD}"/>
    <pc:docChg chg="addSld delSld modSld">
      <pc:chgData name="Cheerla Vasu Sagar" userId="b11d9adaf630af45" providerId="Windows Live" clId="Web-{C3B6627C-0D8C-D0BF-F46B-49BDC4BA2DAD}" dt="2026-01-25T10:20:46.596" v="42"/>
      <pc:docMkLst>
        <pc:docMk/>
      </pc:docMkLst>
      <pc:sldChg chg="addSp delSp modSp mod setBg">
        <pc:chgData name="Cheerla Vasu Sagar" userId="b11d9adaf630af45" providerId="Windows Live" clId="Web-{C3B6627C-0D8C-D0BF-F46B-49BDC4BA2DAD}" dt="2026-01-25T10:13:46.359" v="18"/>
        <pc:sldMkLst>
          <pc:docMk/>
          <pc:sldMk cId="1286179332" sldId="257"/>
        </pc:sldMkLst>
        <pc:spChg chg="mod">
          <ac:chgData name="Cheerla Vasu Sagar" userId="b11d9adaf630af45" providerId="Windows Live" clId="Web-{C3B6627C-0D8C-D0BF-F46B-49BDC4BA2DAD}" dt="2026-01-25T10:13:46.359" v="18"/>
          <ac:spMkLst>
            <pc:docMk/>
            <pc:sldMk cId="1286179332" sldId="257"/>
            <ac:spMk id="2" creationId="{A1D53380-4020-EB1A-12F8-9B5C2F0575D3}"/>
          </ac:spMkLst>
        </pc:spChg>
        <pc:spChg chg="add del mod">
          <ac:chgData name="Cheerla Vasu Sagar" userId="b11d9adaf630af45" providerId="Windows Live" clId="Web-{C3B6627C-0D8C-D0BF-F46B-49BDC4BA2DAD}" dt="2026-01-25T10:13:46.359" v="18"/>
          <ac:spMkLst>
            <pc:docMk/>
            <pc:sldMk cId="1286179332" sldId="257"/>
            <ac:spMk id="3" creationId="{973650FD-F451-5ACD-DB19-E2F35D3CE4B3}"/>
          </ac:spMkLst>
        </pc:spChg>
        <pc:spChg chg="add">
          <ac:chgData name="Cheerla Vasu Sagar" userId="b11d9adaf630af45" providerId="Windows Live" clId="Web-{C3B6627C-0D8C-D0BF-F46B-49BDC4BA2DAD}" dt="2026-01-25T10:13:46.359" v="18"/>
          <ac:spMkLst>
            <pc:docMk/>
            <pc:sldMk cId="1286179332" sldId="257"/>
            <ac:spMk id="8" creationId="{100EDD19-6802-4EC3-95CE-CFFAB042CFD6}"/>
          </ac:spMkLst>
        </pc:spChg>
        <pc:spChg chg="add del">
          <ac:chgData name="Cheerla Vasu Sagar" userId="b11d9adaf630af45" providerId="Windows Live" clId="Web-{C3B6627C-0D8C-D0BF-F46B-49BDC4BA2DAD}" dt="2026-01-25T10:13:41.983" v="15"/>
          <ac:spMkLst>
            <pc:docMk/>
            <pc:sldMk cId="1286179332" sldId="257"/>
            <ac:spMk id="9" creationId="{04812C46-200A-4DEB-A05E-3ED6C68C2387}"/>
          </ac:spMkLst>
        </pc:spChg>
        <pc:spChg chg="add">
          <ac:chgData name="Cheerla Vasu Sagar" userId="b11d9adaf630af45" providerId="Windows Live" clId="Web-{C3B6627C-0D8C-D0BF-F46B-49BDC4BA2DAD}" dt="2026-01-25T10:13:46.359" v="18"/>
          <ac:spMkLst>
            <pc:docMk/>
            <pc:sldMk cId="1286179332" sldId="257"/>
            <ac:spMk id="10" creationId="{DB17E863-922E-4C26-BD64-E8FD41D28661}"/>
          </ac:spMkLst>
        </pc:spChg>
        <pc:spChg chg="add del">
          <ac:chgData name="Cheerla Vasu Sagar" userId="b11d9adaf630af45" providerId="Windows Live" clId="Web-{C3B6627C-0D8C-D0BF-F46B-49BDC4BA2DAD}" dt="2026-01-25T10:13:41.983" v="15"/>
          <ac:spMkLst>
            <pc:docMk/>
            <pc:sldMk cId="1286179332" sldId="257"/>
            <ac:spMk id="11" creationId="{D1EA859B-E555-4109-94F3-6700E046E008}"/>
          </ac:spMkLst>
        </pc:spChg>
        <pc:spChg chg="add del">
          <ac:chgData name="Cheerla Vasu Sagar" userId="b11d9adaf630af45" providerId="Windows Live" clId="Web-{C3B6627C-0D8C-D0BF-F46B-49BDC4BA2DAD}" dt="2026-01-25T10:13:46.359" v="17"/>
          <ac:spMkLst>
            <pc:docMk/>
            <pc:sldMk cId="1286179332" sldId="257"/>
            <ac:spMk id="13" creationId="{2E442304-DDBD-4F7B-8017-36BCC863FB40}"/>
          </ac:spMkLst>
        </pc:spChg>
        <pc:spChg chg="add del">
          <ac:chgData name="Cheerla Vasu Sagar" userId="b11d9adaf630af45" providerId="Windows Live" clId="Web-{C3B6627C-0D8C-D0BF-F46B-49BDC4BA2DAD}" dt="2026-01-25T10:13:46.359" v="17"/>
          <ac:spMkLst>
            <pc:docMk/>
            <pc:sldMk cId="1286179332" sldId="257"/>
            <ac:spMk id="14" creationId="{5E107275-3853-46FD-A241-DE4355A42675}"/>
          </ac:spMkLst>
        </pc:spChg>
        <pc:spChg chg="add">
          <ac:chgData name="Cheerla Vasu Sagar" userId="b11d9adaf630af45" providerId="Windows Live" clId="Web-{C3B6627C-0D8C-D0BF-F46B-49BDC4BA2DAD}" dt="2026-01-25T10:13:46.359" v="18"/>
          <ac:spMkLst>
            <pc:docMk/>
            <pc:sldMk cId="1286179332" sldId="257"/>
            <ac:spMk id="17" creationId="{973650FD-F451-5ACD-DB19-E2F35D3CE4B3}"/>
          </ac:spMkLst>
        </pc:spChg>
        <pc:graphicFrameChg chg="add del">
          <ac:chgData name="Cheerla Vasu Sagar" userId="b11d9adaf630af45" providerId="Windows Live" clId="Web-{C3B6627C-0D8C-D0BF-F46B-49BDC4BA2DAD}" dt="2026-01-25T10:13:46.359" v="17"/>
          <ac:graphicFrameMkLst>
            <pc:docMk/>
            <pc:sldMk cId="1286179332" sldId="257"/>
            <ac:graphicFrameMk id="15" creationId="{9F58DE9B-6508-3F9E-AC80-83B7BDF7086D}"/>
          </ac:graphicFrameMkLst>
        </pc:graphicFrameChg>
        <pc:picChg chg="add del">
          <ac:chgData name="Cheerla Vasu Sagar" userId="b11d9adaf630af45" providerId="Windows Live" clId="Web-{C3B6627C-0D8C-D0BF-F46B-49BDC4BA2DAD}" dt="2026-01-25T10:13:41.983" v="15"/>
          <ac:picMkLst>
            <pc:docMk/>
            <pc:sldMk cId="1286179332" sldId="257"/>
            <ac:picMk id="5" creationId="{2F641439-5086-76B0-F9C6-1606F768CB00}"/>
          </ac:picMkLst>
        </pc:picChg>
      </pc:sldChg>
      <pc:sldChg chg="addSp modSp mod setBg">
        <pc:chgData name="Cheerla Vasu Sagar" userId="b11d9adaf630af45" providerId="Windows Live" clId="Web-{C3B6627C-0D8C-D0BF-F46B-49BDC4BA2DAD}" dt="2026-01-25T10:13:07.559" v="10"/>
        <pc:sldMkLst>
          <pc:docMk/>
          <pc:sldMk cId="389004475" sldId="258"/>
        </pc:sldMkLst>
        <pc:spChg chg="mod">
          <ac:chgData name="Cheerla Vasu Sagar" userId="b11d9adaf630af45" providerId="Windows Live" clId="Web-{C3B6627C-0D8C-D0BF-F46B-49BDC4BA2DAD}" dt="2026-01-25T10:13:07.559" v="10"/>
          <ac:spMkLst>
            <pc:docMk/>
            <pc:sldMk cId="389004475" sldId="258"/>
            <ac:spMk id="2" creationId="{48476A02-E4E7-23C2-FFF4-4D02ED9EEA21}"/>
          </ac:spMkLst>
        </pc:spChg>
        <pc:spChg chg="mod">
          <ac:chgData name="Cheerla Vasu Sagar" userId="b11d9adaf630af45" providerId="Windows Live" clId="Web-{C3B6627C-0D8C-D0BF-F46B-49BDC4BA2DAD}" dt="2026-01-25T10:13:07.559" v="10"/>
          <ac:spMkLst>
            <pc:docMk/>
            <pc:sldMk cId="389004475" sldId="258"/>
            <ac:spMk id="3" creationId="{81F1A6E6-22D6-756A-6CB2-77FDD8F67CC3}"/>
          </ac:spMkLst>
        </pc:spChg>
        <pc:spChg chg="add">
          <ac:chgData name="Cheerla Vasu Sagar" userId="b11d9adaf630af45" providerId="Windows Live" clId="Web-{C3B6627C-0D8C-D0BF-F46B-49BDC4BA2DAD}" dt="2026-01-25T10:13:07.559" v="10"/>
          <ac:spMkLst>
            <pc:docMk/>
            <pc:sldMk cId="389004475" sldId="258"/>
            <ac:spMk id="9" creationId="{9F7D5CDA-D291-4307-BF55-1381FED29634}"/>
          </ac:spMkLst>
        </pc:spChg>
        <pc:picChg chg="add">
          <ac:chgData name="Cheerla Vasu Sagar" userId="b11d9adaf630af45" providerId="Windows Live" clId="Web-{C3B6627C-0D8C-D0BF-F46B-49BDC4BA2DAD}" dt="2026-01-25T10:13:07.559" v="10"/>
          <ac:picMkLst>
            <pc:docMk/>
            <pc:sldMk cId="389004475" sldId="258"/>
            <ac:picMk id="5" creationId="{71E3E03E-7138-6138-E456-E214C1C78468}"/>
          </ac:picMkLst>
        </pc:picChg>
      </pc:sldChg>
      <pc:sldChg chg="addSp delSp modSp mod setBg">
        <pc:chgData name="Cheerla Vasu Sagar" userId="b11d9adaf630af45" providerId="Windows Live" clId="Web-{C3B6627C-0D8C-D0BF-F46B-49BDC4BA2DAD}" dt="2026-01-25T10:13:27.029" v="13"/>
        <pc:sldMkLst>
          <pc:docMk/>
          <pc:sldMk cId="2846825765" sldId="259"/>
        </pc:sldMkLst>
        <pc:spChg chg="mod">
          <ac:chgData name="Cheerla Vasu Sagar" userId="b11d9adaf630af45" providerId="Windows Live" clId="Web-{C3B6627C-0D8C-D0BF-F46B-49BDC4BA2DAD}" dt="2026-01-25T10:13:27.029" v="13"/>
          <ac:spMkLst>
            <pc:docMk/>
            <pc:sldMk cId="2846825765" sldId="259"/>
            <ac:spMk id="2" creationId="{7EB39972-4234-C32D-E6EA-1905B1D3E384}"/>
          </ac:spMkLst>
        </pc:spChg>
        <pc:spChg chg="add del">
          <ac:chgData name="Cheerla Vasu Sagar" userId="b11d9adaf630af45" providerId="Windows Live" clId="Web-{C3B6627C-0D8C-D0BF-F46B-49BDC4BA2DAD}" dt="2026-01-25T10:13:27.029" v="13"/>
          <ac:spMkLst>
            <pc:docMk/>
            <pc:sldMk cId="2846825765" sldId="259"/>
            <ac:spMk id="3" creationId="{0A5415EF-08E6-EF9C-F3E5-96549DB850EE}"/>
          </ac:spMkLst>
        </pc:spChg>
        <pc:spChg chg="add del">
          <ac:chgData name="Cheerla Vasu Sagar" userId="b11d9adaf630af45" providerId="Windows Live" clId="Web-{C3B6627C-0D8C-D0BF-F46B-49BDC4BA2DAD}" dt="2026-01-25T10:13:26.982" v="12"/>
          <ac:spMkLst>
            <pc:docMk/>
            <pc:sldMk cId="2846825765" sldId="259"/>
            <ac:spMk id="9" creationId="{0C541B88-1AE9-40C3-AFD5-967787C1979F}"/>
          </ac:spMkLst>
        </pc:spChg>
        <pc:spChg chg="add del">
          <ac:chgData name="Cheerla Vasu Sagar" userId="b11d9adaf630af45" providerId="Windows Live" clId="Web-{C3B6627C-0D8C-D0BF-F46B-49BDC4BA2DAD}" dt="2026-01-25T10:13:26.982" v="12"/>
          <ac:spMkLst>
            <pc:docMk/>
            <pc:sldMk cId="2846825765" sldId="259"/>
            <ac:spMk id="11" creationId="{E5F17139-31EE-46AC-B04F-DBBD852DD6CB}"/>
          </ac:spMkLst>
        </pc:spChg>
        <pc:spChg chg="add del">
          <ac:chgData name="Cheerla Vasu Sagar" userId="b11d9adaf630af45" providerId="Windows Live" clId="Web-{C3B6627C-0D8C-D0BF-F46B-49BDC4BA2DAD}" dt="2026-01-25T10:13:26.982" v="12"/>
          <ac:spMkLst>
            <pc:docMk/>
            <pc:sldMk cId="2846825765" sldId="259"/>
            <ac:spMk id="17" creationId="{89D16701-DA76-4F72-BB63-E2C3FFBDFE0F}"/>
          </ac:spMkLst>
        </pc:spChg>
        <pc:spChg chg="add del">
          <ac:chgData name="Cheerla Vasu Sagar" userId="b11d9adaf630af45" providerId="Windows Live" clId="Web-{C3B6627C-0D8C-D0BF-F46B-49BDC4BA2DAD}" dt="2026-01-25T10:13:26.982" v="12"/>
          <ac:spMkLst>
            <pc:docMk/>
            <pc:sldMk cId="2846825765" sldId="259"/>
            <ac:spMk id="19" creationId="{1CC28BE1-9DC6-43FE-9582-39F091098D77}"/>
          </ac:spMkLst>
        </pc:spChg>
        <pc:spChg chg="add">
          <ac:chgData name="Cheerla Vasu Sagar" userId="b11d9adaf630af45" providerId="Windows Live" clId="Web-{C3B6627C-0D8C-D0BF-F46B-49BDC4BA2DAD}" dt="2026-01-25T10:13:27.029" v="13"/>
          <ac:spMkLst>
            <pc:docMk/>
            <pc:sldMk cId="2846825765" sldId="259"/>
            <ac:spMk id="36" creationId="{345A976A-8DE3-4B67-B94B-2044FDD12899}"/>
          </ac:spMkLst>
        </pc:spChg>
        <pc:spChg chg="add">
          <ac:chgData name="Cheerla Vasu Sagar" userId="b11d9adaf630af45" providerId="Windows Live" clId="Web-{C3B6627C-0D8C-D0BF-F46B-49BDC4BA2DAD}" dt="2026-01-25T10:13:27.029" v="13"/>
          <ac:spMkLst>
            <pc:docMk/>
            <pc:sldMk cId="2846825765" sldId="259"/>
            <ac:spMk id="37" creationId="{6EAAA1B9-2DDB-49C9-A037-A523D2F13C15}"/>
          </ac:spMkLst>
        </pc:spChg>
        <pc:grpChg chg="add del">
          <ac:chgData name="Cheerla Vasu Sagar" userId="b11d9adaf630af45" providerId="Windows Live" clId="Web-{C3B6627C-0D8C-D0BF-F46B-49BDC4BA2DAD}" dt="2026-01-25T10:13:26.982" v="12"/>
          <ac:grpSpMkLst>
            <pc:docMk/>
            <pc:sldMk cId="2846825765" sldId="259"/>
            <ac:grpSpMk id="13" creationId="{7CF625D3-71A3-4F30-A096-8EF334E959D0}"/>
          </ac:grpSpMkLst>
        </pc:grpChg>
        <pc:grpChg chg="add del">
          <ac:chgData name="Cheerla Vasu Sagar" userId="b11d9adaf630af45" providerId="Windows Live" clId="Web-{C3B6627C-0D8C-D0BF-F46B-49BDC4BA2DAD}" dt="2026-01-25T10:13:26.982" v="12"/>
          <ac:grpSpMkLst>
            <pc:docMk/>
            <pc:sldMk cId="2846825765" sldId="259"/>
            <ac:grpSpMk id="21" creationId="{AF9AF3F3-CE0C-4125-BDD7-346487FA0B40}"/>
          </ac:grpSpMkLst>
        </pc:grpChg>
        <pc:grpChg chg="add">
          <ac:chgData name="Cheerla Vasu Sagar" userId="b11d9adaf630af45" providerId="Windows Live" clId="Web-{C3B6627C-0D8C-D0BF-F46B-49BDC4BA2DAD}" dt="2026-01-25T10:13:27.029" v="13"/>
          <ac:grpSpMkLst>
            <pc:docMk/>
            <pc:sldMk cId="2846825765" sldId="259"/>
            <ac:grpSpMk id="38" creationId="{76566969-F813-4CC5-B3E9-363D85B55C3B}"/>
          </ac:grpSpMkLst>
        </pc:grpChg>
        <pc:grpChg chg="add">
          <ac:chgData name="Cheerla Vasu Sagar" userId="b11d9adaf630af45" providerId="Windows Live" clId="Web-{C3B6627C-0D8C-D0BF-F46B-49BDC4BA2DAD}" dt="2026-01-25T10:13:27.029" v="13"/>
          <ac:grpSpMkLst>
            <pc:docMk/>
            <pc:sldMk cId="2846825765" sldId="259"/>
            <ac:grpSpMk id="40" creationId="{0217D733-97B6-4C43-AF0C-5E3CB0EA132A}"/>
          </ac:grpSpMkLst>
        </pc:grpChg>
        <pc:graphicFrameChg chg="add del">
          <ac:chgData name="Cheerla Vasu Sagar" userId="b11d9adaf630af45" providerId="Windows Live" clId="Web-{C3B6627C-0D8C-D0BF-F46B-49BDC4BA2DAD}" dt="2026-01-25T10:13:26.982" v="12"/>
          <ac:graphicFrameMkLst>
            <pc:docMk/>
            <pc:sldMk cId="2846825765" sldId="259"/>
            <ac:graphicFrameMk id="5" creationId="{4191DD37-142A-2D89-73FD-8E55E7C7D417}"/>
          </ac:graphicFrameMkLst>
        </pc:graphicFrameChg>
        <pc:graphicFrameChg chg="add">
          <ac:chgData name="Cheerla Vasu Sagar" userId="b11d9adaf630af45" providerId="Windows Live" clId="Web-{C3B6627C-0D8C-D0BF-F46B-49BDC4BA2DAD}" dt="2026-01-25T10:13:27.029" v="13"/>
          <ac:graphicFrameMkLst>
            <pc:docMk/>
            <pc:sldMk cId="2846825765" sldId="259"/>
            <ac:graphicFrameMk id="42" creationId="{FEE7B8D3-B9E1-C662-5CBC-366FED1484A6}"/>
          </ac:graphicFrameMkLst>
        </pc:graphicFrameChg>
      </pc:sldChg>
      <pc:sldChg chg="addSp delSp modSp mod setBg">
        <pc:chgData name="Cheerla Vasu Sagar" userId="b11d9adaf630af45" providerId="Windows Live" clId="Web-{C3B6627C-0D8C-D0BF-F46B-49BDC4BA2DAD}" dt="2026-01-25T10:12:25.698" v="4"/>
        <pc:sldMkLst>
          <pc:docMk/>
          <pc:sldMk cId="937327344" sldId="260"/>
        </pc:sldMkLst>
        <pc:spChg chg="mod">
          <ac:chgData name="Cheerla Vasu Sagar" userId="b11d9adaf630af45" providerId="Windows Live" clId="Web-{C3B6627C-0D8C-D0BF-F46B-49BDC4BA2DAD}" dt="2026-01-25T10:12:25.698" v="4"/>
          <ac:spMkLst>
            <pc:docMk/>
            <pc:sldMk cId="937327344" sldId="260"/>
            <ac:spMk id="2" creationId="{1DBEB160-9B66-44B3-C042-D8EA06A16DBE}"/>
          </ac:spMkLst>
        </pc:spChg>
        <pc:spChg chg="mod">
          <ac:chgData name="Cheerla Vasu Sagar" userId="b11d9adaf630af45" providerId="Windows Live" clId="Web-{C3B6627C-0D8C-D0BF-F46B-49BDC4BA2DAD}" dt="2026-01-25T10:12:25.698" v="4"/>
          <ac:spMkLst>
            <pc:docMk/>
            <pc:sldMk cId="937327344" sldId="260"/>
            <ac:spMk id="3" creationId="{55042995-B6CD-EB7F-7EA0-8493973406A5}"/>
          </ac:spMkLst>
        </pc:spChg>
        <pc:spChg chg="add del">
          <ac:chgData name="Cheerla Vasu Sagar" userId="b11d9adaf630af45" providerId="Windows Live" clId="Web-{C3B6627C-0D8C-D0BF-F46B-49BDC4BA2DAD}" dt="2026-01-25T10:12:25.667" v="3"/>
          <ac:spMkLst>
            <pc:docMk/>
            <pc:sldMk cId="937327344" sldId="260"/>
            <ac:spMk id="8" creationId="{081EA652-8C6A-4E69-BEB9-170809474553}"/>
          </ac:spMkLst>
        </pc:spChg>
        <pc:spChg chg="add del">
          <ac:chgData name="Cheerla Vasu Sagar" userId="b11d9adaf630af45" providerId="Windows Live" clId="Web-{C3B6627C-0D8C-D0BF-F46B-49BDC4BA2DAD}" dt="2026-01-25T10:12:20.213" v="1"/>
          <ac:spMkLst>
            <pc:docMk/>
            <pc:sldMk cId="937327344" sldId="260"/>
            <ac:spMk id="9" creationId="{F13C74B1-5B17-4795-BED0-7140497B445A}"/>
          </ac:spMkLst>
        </pc:spChg>
        <pc:spChg chg="add del">
          <ac:chgData name="Cheerla Vasu Sagar" userId="b11d9adaf630af45" providerId="Windows Live" clId="Web-{C3B6627C-0D8C-D0BF-F46B-49BDC4BA2DAD}" dt="2026-01-25T10:12:25.667" v="3"/>
          <ac:spMkLst>
            <pc:docMk/>
            <pc:sldMk cId="937327344" sldId="260"/>
            <ac:spMk id="10" creationId="{5298780A-33B9-4EA2-8F67-DE68AD62841B}"/>
          </ac:spMkLst>
        </pc:spChg>
        <pc:spChg chg="add del">
          <ac:chgData name="Cheerla Vasu Sagar" userId="b11d9adaf630af45" providerId="Windows Live" clId="Web-{C3B6627C-0D8C-D0BF-F46B-49BDC4BA2DAD}" dt="2026-01-25T10:12:20.213" v="1"/>
          <ac:spMkLst>
            <pc:docMk/>
            <pc:sldMk cId="937327344" sldId="260"/>
            <ac:spMk id="11" creationId="{D4974D33-8DC5-464E-8C6D-BE58F0669C17}"/>
          </ac:spMkLst>
        </pc:spChg>
        <pc:spChg chg="add del">
          <ac:chgData name="Cheerla Vasu Sagar" userId="b11d9adaf630af45" providerId="Windows Live" clId="Web-{C3B6627C-0D8C-D0BF-F46B-49BDC4BA2DAD}" dt="2026-01-25T10:12:25.667" v="3"/>
          <ac:spMkLst>
            <pc:docMk/>
            <pc:sldMk cId="937327344" sldId="260"/>
            <ac:spMk id="12" creationId="{7F488E8B-4E1E-4402-8935-D4E6C02615C7}"/>
          </ac:spMkLst>
        </pc:spChg>
        <pc:spChg chg="add">
          <ac:chgData name="Cheerla Vasu Sagar" userId="b11d9adaf630af45" providerId="Windows Live" clId="Web-{C3B6627C-0D8C-D0BF-F46B-49BDC4BA2DAD}" dt="2026-01-25T10:12:25.698" v="4"/>
          <ac:spMkLst>
            <pc:docMk/>
            <pc:sldMk cId="937327344" sldId="260"/>
            <ac:spMk id="16" creationId="{F13C74B1-5B17-4795-BED0-7140497B445A}"/>
          </ac:spMkLst>
        </pc:spChg>
        <pc:spChg chg="add">
          <ac:chgData name="Cheerla Vasu Sagar" userId="b11d9adaf630af45" providerId="Windows Live" clId="Web-{C3B6627C-0D8C-D0BF-F46B-49BDC4BA2DAD}" dt="2026-01-25T10:12:25.698" v="4"/>
          <ac:spMkLst>
            <pc:docMk/>
            <pc:sldMk cId="937327344" sldId="260"/>
            <ac:spMk id="17" creationId="{D4974D33-8DC5-464E-8C6D-BE58F0669C17}"/>
          </ac:spMkLst>
        </pc:spChg>
        <pc:picChg chg="add del">
          <ac:chgData name="Cheerla Vasu Sagar" userId="b11d9adaf630af45" providerId="Windows Live" clId="Web-{C3B6627C-0D8C-D0BF-F46B-49BDC4BA2DAD}" dt="2026-01-25T10:12:20.213" v="1"/>
          <ac:picMkLst>
            <pc:docMk/>
            <pc:sldMk cId="937327344" sldId="260"/>
            <ac:picMk id="5" creationId="{7CE2EF9F-88CA-D77A-66A6-4FCA6AFECBFA}"/>
          </ac:picMkLst>
        </pc:picChg>
        <pc:picChg chg="add">
          <ac:chgData name="Cheerla Vasu Sagar" userId="b11d9adaf630af45" providerId="Windows Live" clId="Web-{C3B6627C-0D8C-D0BF-F46B-49BDC4BA2DAD}" dt="2026-01-25T10:12:25.698" v="4"/>
          <ac:picMkLst>
            <pc:docMk/>
            <pc:sldMk cId="937327344" sldId="260"/>
            <ac:picMk id="18" creationId="{7CE2EF9F-88CA-D77A-66A6-4FCA6AFECBFA}"/>
          </ac:picMkLst>
        </pc:picChg>
        <pc:cxnChg chg="add del">
          <ac:chgData name="Cheerla Vasu Sagar" userId="b11d9adaf630af45" providerId="Windows Live" clId="Web-{C3B6627C-0D8C-D0BF-F46B-49BDC4BA2DAD}" dt="2026-01-25T10:12:25.667" v="3"/>
          <ac:cxnSpMkLst>
            <pc:docMk/>
            <pc:sldMk cId="937327344" sldId="260"/>
            <ac:cxnSpMk id="14" creationId="{23AAC9B5-8015-485C-ACF9-A750390E9A56}"/>
          </ac:cxnSpMkLst>
        </pc:cxnChg>
      </pc:sldChg>
      <pc:sldChg chg="addSp delSp modSp mod setBg">
        <pc:chgData name="Cheerla Vasu Sagar" userId="b11d9adaf630af45" providerId="Windows Live" clId="Web-{C3B6627C-0D8C-D0BF-F46B-49BDC4BA2DAD}" dt="2026-01-25T10:12:59.699" v="9"/>
        <pc:sldMkLst>
          <pc:docMk/>
          <pc:sldMk cId="1003397320" sldId="261"/>
        </pc:sldMkLst>
        <pc:spChg chg="mod">
          <ac:chgData name="Cheerla Vasu Sagar" userId="b11d9adaf630af45" providerId="Windows Live" clId="Web-{C3B6627C-0D8C-D0BF-F46B-49BDC4BA2DAD}" dt="2026-01-25T10:12:59.699" v="9"/>
          <ac:spMkLst>
            <pc:docMk/>
            <pc:sldMk cId="1003397320" sldId="261"/>
            <ac:spMk id="2" creationId="{0F78DCF9-B261-7342-FDA0-A2F810ADFCB6}"/>
          </ac:spMkLst>
        </pc:spChg>
        <pc:spChg chg="add del">
          <ac:chgData name="Cheerla Vasu Sagar" userId="b11d9adaf630af45" providerId="Windows Live" clId="Web-{C3B6627C-0D8C-D0BF-F46B-49BDC4BA2DAD}" dt="2026-01-25T10:12:59.699" v="9"/>
          <ac:spMkLst>
            <pc:docMk/>
            <pc:sldMk cId="1003397320" sldId="261"/>
            <ac:spMk id="3" creationId="{C7EF41A4-8FED-059A-0804-2C221B4E98E3}"/>
          </ac:spMkLst>
        </pc:spChg>
        <pc:spChg chg="add del">
          <ac:chgData name="Cheerla Vasu Sagar" userId="b11d9adaf630af45" providerId="Windows Live" clId="Web-{C3B6627C-0D8C-D0BF-F46B-49BDC4BA2DAD}" dt="2026-01-25T10:12:47.495" v="6"/>
          <ac:spMkLst>
            <pc:docMk/>
            <pc:sldMk cId="1003397320" sldId="261"/>
            <ac:spMk id="9" creationId="{BACC6370-2D7E-4714-9D71-7542949D7D5D}"/>
          </ac:spMkLst>
        </pc:spChg>
        <pc:spChg chg="add del">
          <ac:chgData name="Cheerla Vasu Sagar" userId="b11d9adaf630af45" providerId="Windows Live" clId="Web-{C3B6627C-0D8C-D0BF-F46B-49BDC4BA2DAD}" dt="2026-01-25T10:12:47.495" v="6"/>
          <ac:spMkLst>
            <pc:docMk/>
            <pc:sldMk cId="1003397320" sldId="261"/>
            <ac:spMk id="11" creationId="{F68B3F68-107C-434F-AA38-110D5EA91B85}"/>
          </ac:spMkLst>
        </pc:spChg>
        <pc:spChg chg="add del">
          <ac:chgData name="Cheerla Vasu Sagar" userId="b11d9adaf630af45" providerId="Windows Live" clId="Web-{C3B6627C-0D8C-D0BF-F46B-49BDC4BA2DAD}" dt="2026-01-25T10:12:47.495" v="6"/>
          <ac:spMkLst>
            <pc:docMk/>
            <pc:sldMk cId="1003397320" sldId="261"/>
            <ac:spMk id="13" creationId="{AAD0DBB9-1A4B-4391-81D4-CB19F9AB918A}"/>
          </ac:spMkLst>
        </pc:spChg>
        <pc:spChg chg="add del">
          <ac:chgData name="Cheerla Vasu Sagar" userId="b11d9adaf630af45" providerId="Windows Live" clId="Web-{C3B6627C-0D8C-D0BF-F46B-49BDC4BA2DAD}" dt="2026-01-25T10:12:47.495" v="6"/>
          <ac:spMkLst>
            <pc:docMk/>
            <pc:sldMk cId="1003397320" sldId="261"/>
            <ac:spMk id="15" creationId="{063BBA22-50EA-4C4D-BE05-F1CE4E63AA56}"/>
          </ac:spMkLst>
        </pc:spChg>
        <pc:spChg chg="add del">
          <ac:chgData name="Cheerla Vasu Sagar" userId="b11d9adaf630af45" providerId="Windows Live" clId="Web-{C3B6627C-0D8C-D0BF-F46B-49BDC4BA2DAD}" dt="2026-01-25T10:12:59.667" v="8"/>
          <ac:spMkLst>
            <pc:docMk/>
            <pc:sldMk cId="1003397320" sldId="261"/>
            <ac:spMk id="17" creationId="{2E442304-DDBD-4F7B-8017-36BCC863FB40}"/>
          </ac:spMkLst>
        </pc:spChg>
        <pc:spChg chg="add del">
          <ac:chgData name="Cheerla Vasu Sagar" userId="b11d9adaf630af45" providerId="Windows Live" clId="Web-{C3B6627C-0D8C-D0BF-F46B-49BDC4BA2DAD}" dt="2026-01-25T10:12:59.667" v="8"/>
          <ac:spMkLst>
            <pc:docMk/>
            <pc:sldMk cId="1003397320" sldId="261"/>
            <ac:spMk id="18" creationId="{5E107275-3853-46FD-A241-DE4355A42675}"/>
          </ac:spMkLst>
        </pc:spChg>
        <pc:spChg chg="add">
          <ac:chgData name="Cheerla Vasu Sagar" userId="b11d9adaf630af45" providerId="Windows Live" clId="Web-{C3B6627C-0D8C-D0BF-F46B-49BDC4BA2DAD}" dt="2026-01-25T10:12:59.699" v="9"/>
          <ac:spMkLst>
            <pc:docMk/>
            <pc:sldMk cId="1003397320" sldId="261"/>
            <ac:spMk id="21" creationId="{2E442304-DDBD-4F7B-8017-36BCC863FB40}"/>
          </ac:spMkLst>
        </pc:spChg>
        <pc:spChg chg="add">
          <ac:chgData name="Cheerla Vasu Sagar" userId="b11d9adaf630af45" providerId="Windows Live" clId="Web-{C3B6627C-0D8C-D0BF-F46B-49BDC4BA2DAD}" dt="2026-01-25T10:12:59.699" v="9"/>
          <ac:spMkLst>
            <pc:docMk/>
            <pc:sldMk cId="1003397320" sldId="261"/>
            <ac:spMk id="22" creationId="{5E107275-3853-46FD-A241-DE4355A42675}"/>
          </ac:spMkLst>
        </pc:spChg>
        <pc:graphicFrameChg chg="add del">
          <ac:chgData name="Cheerla Vasu Sagar" userId="b11d9adaf630af45" providerId="Windows Live" clId="Web-{C3B6627C-0D8C-D0BF-F46B-49BDC4BA2DAD}" dt="2026-01-25T10:12:47.495" v="6"/>
          <ac:graphicFrameMkLst>
            <pc:docMk/>
            <pc:sldMk cId="1003397320" sldId="261"/>
            <ac:graphicFrameMk id="5" creationId="{DFF09B75-19F0-ABBD-3E69-0DF097FE3134}"/>
          </ac:graphicFrameMkLst>
        </pc:graphicFrameChg>
        <pc:graphicFrameChg chg="add del">
          <ac:chgData name="Cheerla Vasu Sagar" userId="b11d9adaf630af45" providerId="Windows Live" clId="Web-{C3B6627C-0D8C-D0BF-F46B-49BDC4BA2DAD}" dt="2026-01-25T10:12:59.667" v="8"/>
          <ac:graphicFrameMkLst>
            <pc:docMk/>
            <pc:sldMk cId="1003397320" sldId="261"/>
            <ac:graphicFrameMk id="19" creationId="{4AC6D79D-9AB8-63F4-41A8-CE90EA1E2315}"/>
          </ac:graphicFrameMkLst>
        </pc:graphicFrameChg>
        <pc:graphicFrameChg chg="add">
          <ac:chgData name="Cheerla Vasu Sagar" userId="b11d9adaf630af45" providerId="Windows Live" clId="Web-{C3B6627C-0D8C-D0BF-F46B-49BDC4BA2DAD}" dt="2026-01-25T10:12:59.699" v="9"/>
          <ac:graphicFrameMkLst>
            <pc:docMk/>
            <pc:sldMk cId="1003397320" sldId="261"/>
            <ac:graphicFrameMk id="23" creationId="{D7114A5D-E8AE-88BF-AD55-1E9EF00C97FC}"/>
          </ac:graphicFrameMkLst>
        </pc:graphicFrameChg>
      </pc:sldChg>
      <pc:sldChg chg="addSp modSp new mod setBg">
        <pc:chgData name="Cheerla Vasu Sagar" userId="b11d9adaf630af45" providerId="Windows Live" clId="Web-{C3B6627C-0D8C-D0BF-F46B-49BDC4BA2DAD}" dt="2026-01-25T10:18:17.686" v="29"/>
        <pc:sldMkLst>
          <pc:docMk/>
          <pc:sldMk cId="4007114993" sldId="262"/>
        </pc:sldMkLst>
        <pc:spChg chg="mod">
          <ac:chgData name="Cheerla Vasu Sagar" userId="b11d9adaf630af45" providerId="Windows Live" clId="Web-{C3B6627C-0D8C-D0BF-F46B-49BDC4BA2DAD}" dt="2026-01-25T10:18:17.686" v="29"/>
          <ac:spMkLst>
            <pc:docMk/>
            <pc:sldMk cId="4007114993" sldId="262"/>
            <ac:spMk id="2" creationId="{DAB95800-5FC0-7BD2-0EA8-A8131736864F}"/>
          </ac:spMkLst>
        </pc:spChg>
        <pc:spChg chg="mod">
          <ac:chgData name="Cheerla Vasu Sagar" userId="b11d9adaf630af45" providerId="Windows Live" clId="Web-{C3B6627C-0D8C-D0BF-F46B-49BDC4BA2DAD}" dt="2026-01-25T10:18:17.686" v="29"/>
          <ac:spMkLst>
            <pc:docMk/>
            <pc:sldMk cId="4007114993" sldId="262"/>
            <ac:spMk id="3" creationId="{D566F1F6-C51A-5BD6-6C4F-BFF3D53E8214}"/>
          </ac:spMkLst>
        </pc:spChg>
        <pc:spChg chg="add">
          <ac:chgData name="Cheerla Vasu Sagar" userId="b11d9adaf630af45" providerId="Windows Live" clId="Web-{C3B6627C-0D8C-D0BF-F46B-49BDC4BA2DAD}" dt="2026-01-25T10:18:17.686" v="29"/>
          <ac:spMkLst>
            <pc:docMk/>
            <pc:sldMk cId="4007114993" sldId="262"/>
            <ac:spMk id="8" creationId="{100EDD19-6802-4EC3-95CE-CFFAB042CFD6}"/>
          </ac:spMkLst>
        </pc:spChg>
        <pc:spChg chg="add">
          <ac:chgData name="Cheerla Vasu Sagar" userId="b11d9adaf630af45" providerId="Windows Live" clId="Web-{C3B6627C-0D8C-D0BF-F46B-49BDC4BA2DAD}" dt="2026-01-25T10:18:17.686" v="29"/>
          <ac:spMkLst>
            <pc:docMk/>
            <pc:sldMk cId="4007114993" sldId="262"/>
            <ac:spMk id="10" creationId="{DB17E863-922E-4C26-BD64-E8FD41D28661}"/>
          </ac:spMkLst>
        </pc:spChg>
      </pc:sldChg>
      <pc:sldChg chg="addSp modSp new del">
        <pc:chgData name="Cheerla Vasu Sagar" userId="b11d9adaf630af45" providerId="Windows Live" clId="Web-{C3B6627C-0D8C-D0BF-F46B-49BDC4BA2DAD}" dt="2026-01-25T10:20:46.596" v="42"/>
        <pc:sldMkLst>
          <pc:docMk/>
          <pc:sldMk cId="3565540687" sldId="263"/>
        </pc:sldMkLst>
        <pc:spChg chg="mod">
          <ac:chgData name="Cheerla Vasu Sagar" userId="b11d9adaf630af45" providerId="Windows Live" clId="Web-{C3B6627C-0D8C-D0BF-F46B-49BDC4BA2DAD}" dt="2026-01-25T10:19:50.985" v="38" actId="20577"/>
          <ac:spMkLst>
            <pc:docMk/>
            <pc:sldMk cId="3565540687" sldId="263"/>
            <ac:spMk id="2" creationId="{07F4D311-EBD8-161E-E8E5-747743AB330C}"/>
          </ac:spMkLst>
        </pc:spChg>
        <pc:spChg chg="mod">
          <ac:chgData name="Cheerla Vasu Sagar" userId="b11d9adaf630af45" providerId="Windows Live" clId="Web-{C3B6627C-0D8C-D0BF-F46B-49BDC4BA2DAD}" dt="2026-01-25T10:19:44.938" v="31" actId="20577"/>
          <ac:spMkLst>
            <pc:docMk/>
            <pc:sldMk cId="3565540687" sldId="263"/>
            <ac:spMk id="3" creationId="{DFD155AE-9797-B8DA-EF24-ADC70A213E81}"/>
          </ac:spMkLst>
        </pc:spChg>
        <pc:graphicFrameChg chg="add mod modGraphic">
          <ac:chgData name="Cheerla Vasu Sagar" userId="b11d9adaf630af45" providerId="Windows Live" clId="Web-{C3B6627C-0D8C-D0BF-F46B-49BDC4BA2DAD}" dt="2026-01-25T10:20:44.221" v="41" actId="14100"/>
          <ac:graphicFrameMkLst>
            <pc:docMk/>
            <pc:sldMk cId="3565540687" sldId="263"/>
            <ac:graphicFrameMk id="4" creationId="{818D3753-9D82-927D-E29F-6546AD12BD0F}"/>
          </ac:graphicFrameMkLst>
        </pc:graphicFrameChg>
      </pc:sldChg>
    </pc:docChg>
  </pc:docChgLst>
  <pc:docChgLst>
    <pc:chgData name="Cheerla Vasu Sagar" userId="b11d9adaf630af45" providerId="Windows Live" clId="Web-{130C2EF3-E751-9950-D41E-94ABD52D963D}"/>
    <pc:docChg chg="modSld">
      <pc:chgData name="Cheerla Vasu Sagar" userId="b11d9adaf630af45" providerId="Windows Live" clId="Web-{130C2EF3-E751-9950-D41E-94ABD52D963D}" dt="2026-01-25T10:27:18.130" v="39" actId="20577"/>
      <pc:docMkLst>
        <pc:docMk/>
      </pc:docMkLst>
      <pc:sldChg chg="modSp">
        <pc:chgData name="Cheerla Vasu Sagar" userId="b11d9adaf630af45" providerId="Windows Live" clId="Web-{130C2EF3-E751-9950-D41E-94ABD52D963D}" dt="2026-01-25T10:27:18.130" v="39" actId="20577"/>
        <pc:sldMkLst>
          <pc:docMk/>
          <pc:sldMk cId="2846825765" sldId="259"/>
        </pc:sldMkLst>
        <pc:spChg chg="mod">
          <ac:chgData name="Cheerla Vasu Sagar" userId="b11d9adaf630af45" providerId="Windows Live" clId="Web-{130C2EF3-E751-9950-D41E-94ABD52D963D}" dt="2026-01-25T10:26:52.395" v="28" actId="20577"/>
          <ac:spMkLst>
            <pc:docMk/>
            <pc:sldMk cId="2846825765" sldId="259"/>
            <ac:spMk id="2" creationId="{7EB39972-4234-C32D-E6EA-1905B1D3E384}"/>
          </ac:spMkLst>
        </pc:spChg>
        <pc:graphicFrameChg chg="modGraphic">
          <ac:chgData name="Cheerla Vasu Sagar" userId="b11d9adaf630af45" providerId="Windows Live" clId="Web-{130C2EF3-E751-9950-D41E-94ABD52D963D}" dt="2026-01-25T10:27:18.130" v="39" actId="20577"/>
          <ac:graphicFrameMkLst>
            <pc:docMk/>
            <pc:sldMk cId="2846825765" sldId="259"/>
            <ac:graphicFrameMk id="42" creationId="{FEE7B8D3-B9E1-C662-5CBC-366FED1484A6}"/>
          </ac:graphicFrameMkLst>
        </pc:graphicFrameChg>
      </pc:sldChg>
    </pc:docChg>
  </pc:docChgLst>
  <pc:docChgLst>
    <pc:chgData name="Cheerla Vasu Sagar" userId="b11d9adaf630af45" providerId="LiveId" clId="{15D8AD8B-5C1A-44E3-8E8E-D2F19655732B}"/>
    <pc:docChg chg="custSel addSld modSld">
      <pc:chgData name="Cheerla Vasu Sagar" userId="b11d9adaf630af45" providerId="LiveId" clId="{15D8AD8B-5C1A-44E3-8E8E-D2F19655732B}" dt="2026-01-26T11:25:06.270" v="22"/>
      <pc:docMkLst>
        <pc:docMk/>
      </pc:docMkLst>
      <pc:sldChg chg="modSp">
        <pc:chgData name="Cheerla Vasu Sagar" userId="b11d9adaf630af45" providerId="LiveId" clId="{15D8AD8B-5C1A-44E3-8E8E-D2F19655732B}" dt="2026-01-26T11:17:00.041" v="8"/>
        <pc:sldMkLst>
          <pc:docMk/>
          <pc:sldMk cId="1286179332" sldId="257"/>
        </pc:sldMkLst>
        <pc:spChg chg="mod">
          <ac:chgData name="Cheerla Vasu Sagar" userId="b11d9adaf630af45" providerId="LiveId" clId="{15D8AD8B-5C1A-44E3-8E8E-D2F19655732B}" dt="2026-01-26T11:17:00.041" v="8"/>
          <ac:spMkLst>
            <pc:docMk/>
            <pc:sldMk cId="1286179332" sldId="257"/>
            <ac:spMk id="17" creationId="{973650FD-F451-5ACD-DB19-E2F35D3CE4B3}"/>
          </ac:spMkLst>
        </pc:spChg>
      </pc:sldChg>
      <pc:sldChg chg="modSp">
        <pc:chgData name="Cheerla Vasu Sagar" userId="b11d9adaf630af45" providerId="LiveId" clId="{15D8AD8B-5C1A-44E3-8E8E-D2F19655732B}" dt="2026-01-25T10:29:35.493" v="2"/>
        <pc:sldMkLst>
          <pc:docMk/>
          <pc:sldMk cId="2846825765" sldId="259"/>
        </pc:sldMkLst>
        <pc:graphicFrameChg chg="mod">
          <ac:chgData name="Cheerla Vasu Sagar" userId="b11d9adaf630af45" providerId="LiveId" clId="{15D8AD8B-5C1A-44E3-8E8E-D2F19655732B}" dt="2026-01-25T10:29:35.493" v="2"/>
          <ac:graphicFrameMkLst>
            <pc:docMk/>
            <pc:sldMk cId="2846825765" sldId="259"/>
            <ac:graphicFrameMk id="42" creationId="{FEE7B8D3-B9E1-C662-5CBC-366FED1484A6}"/>
          </ac:graphicFrameMkLst>
        </pc:graphicFrameChg>
      </pc:sldChg>
      <pc:sldChg chg="modSp mod">
        <pc:chgData name="Cheerla Vasu Sagar" userId="b11d9adaf630af45" providerId="LiveId" clId="{15D8AD8B-5C1A-44E3-8E8E-D2F19655732B}" dt="2026-01-25T10:21:52.833" v="1" actId="20577"/>
        <pc:sldMkLst>
          <pc:docMk/>
          <pc:sldMk cId="937327344" sldId="260"/>
        </pc:sldMkLst>
        <pc:spChg chg="mod">
          <ac:chgData name="Cheerla Vasu Sagar" userId="b11d9adaf630af45" providerId="LiveId" clId="{15D8AD8B-5C1A-44E3-8E8E-D2F19655732B}" dt="2026-01-25T10:21:52.833" v="1" actId="20577"/>
          <ac:spMkLst>
            <pc:docMk/>
            <pc:sldMk cId="937327344" sldId="260"/>
            <ac:spMk id="3" creationId="{55042995-B6CD-EB7F-7EA0-8493973406A5}"/>
          </ac:spMkLst>
        </pc:spChg>
      </pc:sldChg>
      <pc:sldChg chg="modSp new mod">
        <pc:chgData name="Cheerla Vasu Sagar" userId="b11d9adaf630af45" providerId="LiveId" clId="{15D8AD8B-5C1A-44E3-8E8E-D2F19655732B}" dt="2026-01-26T11:25:06.270" v="22"/>
        <pc:sldMkLst>
          <pc:docMk/>
          <pc:sldMk cId="2638135301" sldId="263"/>
        </pc:sldMkLst>
        <pc:spChg chg="mod">
          <ac:chgData name="Cheerla Vasu Sagar" userId="b11d9adaf630af45" providerId="LiveId" clId="{15D8AD8B-5C1A-44E3-8E8E-D2F19655732B}" dt="2026-01-26T11:12:33.831" v="5" actId="113"/>
          <ac:spMkLst>
            <pc:docMk/>
            <pc:sldMk cId="2638135301" sldId="263"/>
            <ac:spMk id="2" creationId="{129DD92F-31E9-D928-383C-8AE268B3AD30}"/>
          </ac:spMkLst>
        </pc:spChg>
        <pc:spChg chg="mod">
          <ac:chgData name="Cheerla Vasu Sagar" userId="b11d9adaf630af45" providerId="LiveId" clId="{15D8AD8B-5C1A-44E3-8E8E-D2F19655732B}" dt="2026-01-26T11:12:52.646" v="7" actId="27636"/>
          <ac:spMkLst>
            <pc:docMk/>
            <pc:sldMk cId="2638135301" sldId="263"/>
            <ac:spMk id="3" creationId="{658FCD42-36F7-4429-E3B2-2AEBA10E22B1}"/>
          </ac:spMkLst>
        </pc:spChg>
        <pc:graphicFrameChg chg="mod">
          <ac:chgData name="Cheerla Vasu Sagar" userId="b11d9adaf630af45" providerId="LiveId" clId="{15D8AD8B-5C1A-44E3-8E8E-D2F19655732B}" dt="2026-01-26T11:25:06.270" v="22"/>
          <ac:graphicFrameMkLst>
            <pc:docMk/>
            <pc:sldMk cId="2638135301" sldId="263"/>
            <ac:graphicFrameMk id="5" creationId="{15CF3337-7B83-C06F-5D03-88134E3DDAAD}"/>
          </ac:graphicFrameMkLst>
        </pc:graphicFrame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408FF6-89D0-4BFB-A0B4-62EA0CDA1016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AB36BA5-3EE2-4387-BBFF-B7F4A7987136}">
      <dgm:prSet/>
      <dgm:spPr/>
      <dgm:t>
        <a:bodyPr/>
        <a:lstStyle/>
        <a:p>
          <a:r>
            <a:rPr lang="en-US"/>
            <a:t>Cardiovascular diseases are one of the leading causes of death worldwide.</a:t>
          </a:r>
        </a:p>
      </dgm:t>
    </dgm:pt>
    <dgm:pt modelId="{9AF22ADA-5FD2-45EA-822F-235BDE123538}" type="parTrans" cxnId="{957BB98D-61DF-4C67-AF8F-6492497118B6}">
      <dgm:prSet/>
      <dgm:spPr/>
      <dgm:t>
        <a:bodyPr/>
        <a:lstStyle/>
        <a:p>
          <a:endParaRPr lang="en-US"/>
        </a:p>
      </dgm:t>
    </dgm:pt>
    <dgm:pt modelId="{B5AEA3AD-C74C-47A5-89CE-A371C8DD4D6A}" type="sibTrans" cxnId="{957BB98D-61DF-4C67-AF8F-6492497118B6}">
      <dgm:prSet/>
      <dgm:spPr/>
      <dgm:t>
        <a:bodyPr/>
        <a:lstStyle/>
        <a:p>
          <a:endParaRPr lang="en-US"/>
        </a:p>
      </dgm:t>
    </dgm:pt>
    <dgm:pt modelId="{BE5C5A71-EE6B-4953-8D92-05C39A96DC33}">
      <dgm:prSet/>
      <dgm:spPr/>
      <dgm:t>
        <a:bodyPr/>
        <a:lstStyle/>
        <a:p>
          <a:r>
            <a:rPr lang="en-US"/>
            <a:t>Manual ECG analysis is time-consuming and requires expert knowledge.</a:t>
          </a:r>
        </a:p>
      </dgm:t>
    </dgm:pt>
    <dgm:pt modelId="{2DCAE63B-4886-4037-8BFE-849489BFB103}" type="parTrans" cxnId="{A4A314E8-589B-400A-9E81-46CDD9A05A20}">
      <dgm:prSet/>
      <dgm:spPr/>
      <dgm:t>
        <a:bodyPr/>
        <a:lstStyle/>
        <a:p>
          <a:endParaRPr lang="en-US"/>
        </a:p>
      </dgm:t>
    </dgm:pt>
    <dgm:pt modelId="{4FB563D6-D6A5-4A3D-9813-A17750F8CD7C}" type="sibTrans" cxnId="{A4A314E8-589B-400A-9E81-46CDD9A05A20}">
      <dgm:prSet/>
      <dgm:spPr/>
      <dgm:t>
        <a:bodyPr/>
        <a:lstStyle/>
        <a:p>
          <a:endParaRPr lang="en-US"/>
        </a:p>
      </dgm:t>
    </dgm:pt>
    <dgm:pt modelId="{3DFF858D-255C-4E27-80D1-5988FA5CA8E1}">
      <dgm:prSet/>
      <dgm:spPr/>
      <dgm:t>
        <a:bodyPr/>
        <a:lstStyle/>
        <a:p>
          <a:r>
            <a:rPr lang="en-US"/>
            <a:t>There is a need for an </a:t>
          </a:r>
          <a:r>
            <a:rPr lang="en-US" b="1"/>
            <a:t>automated system</a:t>
          </a:r>
          <a:r>
            <a:rPr lang="en-US"/>
            <a:t> to classify ECG heartbeats accurately.</a:t>
          </a:r>
        </a:p>
      </dgm:t>
    </dgm:pt>
    <dgm:pt modelId="{A197F648-A6A7-4EBF-98CA-9C0CD2FA6CA3}" type="parTrans" cxnId="{B2547AB3-CFD8-4424-81D2-327791BCA118}">
      <dgm:prSet/>
      <dgm:spPr/>
      <dgm:t>
        <a:bodyPr/>
        <a:lstStyle/>
        <a:p>
          <a:endParaRPr lang="en-US"/>
        </a:p>
      </dgm:t>
    </dgm:pt>
    <dgm:pt modelId="{A0A8B8F7-C8C4-4802-AABE-1C0248EF8AFA}" type="sibTrans" cxnId="{B2547AB3-CFD8-4424-81D2-327791BCA118}">
      <dgm:prSet/>
      <dgm:spPr/>
      <dgm:t>
        <a:bodyPr/>
        <a:lstStyle/>
        <a:p>
          <a:endParaRPr lang="en-US"/>
        </a:p>
      </dgm:t>
    </dgm:pt>
    <dgm:pt modelId="{5B26BB72-44BD-4F9E-8EB7-09DB4CC623B2}">
      <dgm:prSet/>
      <dgm:spPr/>
      <dgm:t>
        <a:bodyPr/>
        <a:lstStyle/>
        <a:p>
          <a:r>
            <a:rPr lang="en-US"/>
            <a:t>This project aims to classify ECG signals into </a:t>
          </a:r>
          <a:r>
            <a:rPr lang="en-US" b="1"/>
            <a:t>Normal</a:t>
          </a:r>
          <a:r>
            <a:rPr lang="en-US"/>
            <a:t> and </a:t>
          </a:r>
          <a:r>
            <a:rPr lang="en-US" b="1"/>
            <a:t>Abnormal</a:t>
          </a:r>
          <a:r>
            <a:rPr lang="en-US"/>
            <a:t> categories using Deep Learning.</a:t>
          </a:r>
        </a:p>
      </dgm:t>
    </dgm:pt>
    <dgm:pt modelId="{CBF8743D-AE96-4530-8E82-8BCA77052FF0}" type="parTrans" cxnId="{A772416D-B0F5-4721-86D5-18EABB3DB4AE}">
      <dgm:prSet/>
      <dgm:spPr/>
      <dgm:t>
        <a:bodyPr/>
        <a:lstStyle/>
        <a:p>
          <a:endParaRPr lang="en-US"/>
        </a:p>
      </dgm:t>
    </dgm:pt>
    <dgm:pt modelId="{E5DE9EAE-07A1-4E48-B5E0-FB74A52B2116}" type="sibTrans" cxnId="{A772416D-B0F5-4721-86D5-18EABB3DB4AE}">
      <dgm:prSet/>
      <dgm:spPr/>
      <dgm:t>
        <a:bodyPr/>
        <a:lstStyle/>
        <a:p>
          <a:endParaRPr lang="en-US"/>
        </a:p>
      </dgm:t>
    </dgm:pt>
    <dgm:pt modelId="{196D8DBE-7C9D-4F88-B48B-085A01CAD4B5}" type="pres">
      <dgm:prSet presAssocID="{B1408FF6-89D0-4BFB-A0B4-62EA0CDA1016}" presName="vert0" presStyleCnt="0">
        <dgm:presLayoutVars>
          <dgm:dir/>
          <dgm:animOne val="branch"/>
          <dgm:animLvl val="lvl"/>
        </dgm:presLayoutVars>
      </dgm:prSet>
      <dgm:spPr/>
    </dgm:pt>
    <dgm:pt modelId="{65BA768E-36E4-47C7-A0DF-809489A4DF98}" type="pres">
      <dgm:prSet presAssocID="{CAB36BA5-3EE2-4387-BBFF-B7F4A7987136}" presName="thickLine" presStyleLbl="alignNode1" presStyleIdx="0" presStyleCnt="4"/>
      <dgm:spPr/>
    </dgm:pt>
    <dgm:pt modelId="{1936781C-2FFD-4962-9C8F-0090E490556E}" type="pres">
      <dgm:prSet presAssocID="{CAB36BA5-3EE2-4387-BBFF-B7F4A7987136}" presName="horz1" presStyleCnt="0"/>
      <dgm:spPr/>
    </dgm:pt>
    <dgm:pt modelId="{A0236A33-62A3-4120-A6FA-5218469A8419}" type="pres">
      <dgm:prSet presAssocID="{CAB36BA5-3EE2-4387-BBFF-B7F4A7987136}" presName="tx1" presStyleLbl="revTx" presStyleIdx="0" presStyleCnt="4"/>
      <dgm:spPr/>
    </dgm:pt>
    <dgm:pt modelId="{DD28B02A-40BE-492D-8AD2-5A4C76121E1A}" type="pres">
      <dgm:prSet presAssocID="{CAB36BA5-3EE2-4387-BBFF-B7F4A7987136}" presName="vert1" presStyleCnt="0"/>
      <dgm:spPr/>
    </dgm:pt>
    <dgm:pt modelId="{9ED75443-A212-4698-A1DA-2A030831347D}" type="pres">
      <dgm:prSet presAssocID="{BE5C5A71-EE6B-4953-8D92-05C39A96DC33}" presName="thickLine" presStyleLbl="alignNode1" presStyleIdx="1" presStyleCnt="4"/>
      <dgm:spPr/>
    </dgm:pt>
    <dgm:pt modelId="{3B97AF34-C8EE-4F5B-A2FD-59E8597E4C9D}" type="pres">
      <dgm:prSet presAssocID="{BE5C5A71-EE6B-4953-8D92-05C39A96DC33}" presName="horz1" presStyleCnt="0"/>
      <dgm:spPr/>
    </dgm:pt>
    <dgm:pt modelId="{489445BA-D7F3-40EB-B736-82DFEEB5396E}" type="pres">
      <dgm:prSet presAssocID="{BE5C5A71-EE6B-4953-8D92-05C39A96DC33}" presName="tx1" presStyleLbl="revTx" presStyleIdx="1" presStyleCnt="4"/>
      <dgm:spPr/>
    </dgm:pt>
    <dgm:pt modelId="{B33E8D45-9643-4E58-B113-DF4B6730289C}" type="pres">
      <dgm:prSet presAssocID="{BE5C5A71-EE6B-4953-8D92-05C39A96DC33}" presName="vert1" presStyleCnt="0"/>
      <dgm:spPr/>
    </dgm:pt>
    <dgm:pt modelId="{03A079AF-8A07-4CA3-99F3-1FAA2587C9E3}" type="pres">
      <dgm:prSet presAssocID="{3DFF858D-255C-4E27-80D1-5988FA5CA8E1}" presName="thickLine" presStyleLbl="alignNode1" presStyleIdx="2" presStyleCnt="4"/>
      <dgm:spPr/>
    </dgm:pt>
    <dgm:pt modelId="{070E44D4-C975-47D2-9EA9-587A0294CAD1}" type="pres">
      <dgm:prSet presAssocID="{3DFF858D-255C-4E27-80D1-5988FA5CA8E1}" presName="horz1" presStyleCnt="0"/>
      <dgm:spPr/>
    </dgm:pt>
    <dgm:pt modelId="{30FBCDC2-8683-4739-9352-982DA5D50E8F}" type="pres">
      <dgm:prSet presAssocID="{3DFF858D-255C-4E27-80D1-5988FA5CA8E1}" presName="tx1" presStyleLbl="revTx" presStyleIdx="2" presStyleCnt="4"/>
      <dgm:spPr/>
    </dgm:pt>
    <dgm:pt modelId="{716EE7F5-23C3-4BBD-BB1C-EF270FBAA864}" type="pres">
      <dgm:prSet presAssocID="{3DFF858D-255C-4E27-80D1-5988FA5CA8E1}" presName="vert1" presStyleCnt="0"/>
      <dgm:spPr/>
    </dgm:pt>
    <dgm:pt modelId="{7CAFEA44-DC34-4381-AB87-35886C8B42A1}" type="pres">
      <dgm:prSet presAssocID="{5B26BB72-44BD-4F9E-8EB7-09DB4CC623B2}" presName="thickLine" presStyleLbl="alignNode1" presStyleIdx="3" presStyleCnt="4"/>
      <dgm:spPr/>
    </dgm:pt>
    <dgm:pt modelId="{965235BB-1DF8-4203-8099-6A1A876DB346}" type="pres">
      <dgm:prSet presAssocID="{5B26BB72-44BD-4F9E-8EB7-09DB4CC623B2}" presName="horz1" presStyleCnt="0"/>
      <dgm:spPr/>
    </dgm:pt>
    <dgm:pt modelId="{D38AD348-4CDD-4AC7-B2E8-59A315817516}" type="pres">
      <dgm:prSet presAssocID="{5B26BB72-44BD-4F9E-8EB7-09DB4CC623B2}" presName="tx1" presStyleLbl="revTx" presStyleIdx="3" presStyleCnt="4"/>
      <dgm:spPr/>
    </dgm:pt>
    <dgm:pt modelId="{E1950D18-443D-491E-9B6E-A6691C5769AF}" type="pres">
      <dgm:prSet presAssocID="{5B26BB72-44BD-4F9E-8EB7-09DB4CC623B2}" presName="vert1" presStyleCnt="0"/>
      <dgm:spPr/>
    </dgm:pt>
  </dgm:ptLst>
  <dgm:cxnLst>
    <dgm:cxn modelId="{BD754117-926B-498C-907E-D74F6BEFEDCD}" type="presOf" srcId="{CAB36BA5-3EE2-4387-BBFF-B7F4A7987136}" destId="{A0236A33-62A3-4120-A6FA-5218469A8419}" srcOrd="0" destOrd="0" presId="urn:microsoft.com/office/officeart/2008/layout/LinedList"/>
    <dgm:cxn modelId="{A772416D-B0F5-4721-86D5-18EABB3DB4AE}" srcId="{B1408FF6-89D0-4BFB-A0B4-62EA0CDA1016}" destId="{5B26BB72-44BD-4F9E-8EB7-09DB4CC623B2}" srcOrd="3" destOrd="0" parTransId="{CBF8743D-AE96-4530-8E82-8BCA77052FF0}" sibTransId="{E5DE9EAE-07A1-4E48-B5E0-FB74A52B2116}"/>
    <dgm:cxn modelId="{EC75B87A-B508-43A8-845B-463B512F9F49}" type="presOf" srcId="{5B26BB72-44BD-4F9E-8EB7-09DB4CC623B2}" destId="{D38AD348-4CDD-4AC7-B2E8-59A315817516}" srcOrd="0" destOrd="0" presId="urn:microsoft.com/office/officeart/2008/layout/LinedList"/>
    <dgm:cxn modelId="{957BB98D-61DF-4C67-AF8F-6492497118B6}" srcId="{B1408FF6-89D0-4BFB-A0B4-62EA0CDA1016}" destId="{CAB36BA5-3EE2-4387-BBFF-B7F4A7987136}" srcOrd="0" destOrd="0" parTransId="{9AF22ADA-5FD2-45EA-822F-235BDE123538}" sibTransId="{B5AEA3AD-C74C-47A5-89CE-A371C8DD4D6A}"/>
    <dgm:cxn modelId="{B3399494-7B35-4A37-8C7A-234E93D7D9AD}" type="presOf" srcId="{3DFF858D-255C-4E27-80D1-5988FA5CA8E1}" destId="{30FBCDC2-8683-4739-9352-982DA5D50E8F}" srcOrd="0" destOrd="0" presId="urn:microsoft.com/office/officeart/2008/layout/LinedList"/>
    <dgm:cxn modelId="{E463EEAC-3A8A-4E1A-8655-FF76844835CD}" type="presOf" srcId="{BE5C5A71-EE6B-4953-8D92-05C39A96DC33}" destId="{489445BA-D7F3-40EB-B736-82DFEEB5396E}" srcOrd="0" destOrd="0" presId="urn:microsoft.com/office/officeart/2008/layout/LinedList"/>
    <dgm:cxn modelId="{B2547AB3-CFD8-4424-81D2-327791BCA118}" srcId="{B1408FF6-89D0-4BFB-A0B4-62EA0CDA1016}" destId="{3DFF858D-255C-4E27-80D1-5988FA5CA8E1}" srcOrd="2" destOrd="0" parTransId="{A197F648-A6A7-4EBF-98CA-9C0CD2FA6CA3}" sibTransId="{A0A8B8F7-C8C4-4802-AABE-1C0248EF8AFA}"/>
    <dgm:cxn modelId="{85EECABB-FA24-4FD8-B8C2-D49DA5565AAB}" type="presOf" srcId="{B1408FF6-89D0-4BFB-A0B4-62EA0CDA1016}" destId="{196D8DBE-7C9D-4F88-B48B-085A01CAD4B5}" srcOrd="0" destOrd="0" presId="urn:microsoft.com/office/officeart/2008/layout/LinedList"/>
    <dgm:cxn modelId="{A4A314E8-589B-400A-9E81-46CDD9A05A20}" srcId="{B1408FF6-89D0-4BFB-A0B4-62EA0CDA1016}" destId="{BE5C5A71-EE6B-4953-8D92-05C39A96DC33}" srcOrd="1" destOrd="0" parTransId="{2DCAE63B-4886-4037-8BFE-849489BFB103}" sibTransId="{4FB563D6-D6A5-4A3D-9813-A17750F8CD7C}"/>
    <dgm:cxn modelId="{B71A1039-01E7-4B5B-BA18-DA7FB9D5E1A5}" type="presParOf" srcId="{196D8DBE-7C9D-4F88-B48B-085A01CAD4B5}" destId="{65BA768E-36E4-47C7-A0DF-809489A4DF98}" srcOrd="0" destOrd="0" presId="urn:microsoft.com/office/officeart/2008/layout/LinedList"/>
    <dgm:cxn modelId="{D298FB9A-A7FD-4ADF-A7AF-67EA79FFB528}" type="presParOf" srcId="{196D8DBE-7C9D-4F88-B48B-085A01CAD4B5}" destId="{1936781C-2FFD-4962-9C8F-0090E490556E}" srcOrd="1" destOrd="0" presId="urn:microsoft.com/office/officeart/2008/layout/LinedList"/>
    <dgm:cxn modelId="{E15C7FCC-140C-485A-8EF9-3E451B6A70B5}" type="presParOf" srcId="{1936781C-2FFD-4962-9C8F-0090E490556E}" destId="{A0236A33-62A3-4120-A6FA-5218469A8419}" srcOrd="0" destOrd="0" presId="urn:microsoft.com/office/officeart/2008/layout/LinedList"/>
    <dgm:cxn modelId="{126E4FDA-854E-4E23-AD64-52F75A6A1003}" type="presParOf" srcId="{1936781C-2FFD-4962-9C8F-0090E490556E}" destId="{DD28B02A-40BE-492D-8AD2-5A4C76121E1A}" srcOrd="1" destOrd="0" presId="urn:microsoft.com/office/officeart/2008/layout/LinedList"/>
    <dgm:cxn modelId="{57F3CA68-CA19-46E3-8244-945E3EDD75ED}" type="presParOf" srcId="{196D8DBE-7C9D-4F88-B48B-085A01CAD4B5}" destId="{9ED75443-A212-4698-A1DA-2A030831347D}" srcOrd="2" destOrd="0" presId="urn:microsoft.com/office/officeart/2008/layout/LinedList"/>
    <dgm:cxn modelId="{73F16597-13D9-4CE5-9F88-FAE54AB4CB25}" type="presParOf" srcId="{196D8DBE-7C9D-4F88-B48B-085A01CAD4B5}" destId="{3B97AF34-C8EE-4F5B-A2FD-59E8597E4C9D}" srcOrd="3" destOrd="0" presId="urn:microsoft.com/office/officeart/2008/layout/LinedList"/>
    <dgm:cxn modelId="{404F557B-9CD3-4AE9-AF3D-ED0BAB4AB932}" type="presParOf" srcId="{3B97AF34-C8EE-4F5B-A2FD-59E8597E4C9D}" destId="{489445BA-D7F3-40EB-B736-82DFEEB5396E}" srcOrd="0" destOrd="0" presId="urn:microsoft.com/office/officeart/2008/layout/LinedList"/>
    <dgm:cxn modelId="{4E38956F-91C2-4783-8EF3-71BC31427DDA}" type="presParOf" srcId="{3B97AF34-C8EE-4F5B-A2FD-59E8597E4C9D}" destId="{B33E8D45-9643-4E58-B113-DF4B6730289C}" srcOrd="1" destOrd="0" presId="urn:microsoft.com/office/officeart/2008/layout/LinedList"/>
    <dgm:cxn modelId="{71D5148F-A40D-4B19-B336-B100B931E8D9}" type="presParOf" srcId="{196D8DBE-7C9D-4F88-B48B-085A01CAD4B5}" destId="{03A079AF-8A07-4CA3-99F3-1FAA2587C9E3}" srcOrd="4" destOrd="0" presId="urn:microsoft.com/office/officeart/2008/layout/LinedList"/>
    <dgm:cxn modelId="{734C499F-7097-44C5-B24D-FE99310A637A}" type="presParOf" srcId="{196D8DBE-7C9D-4F88-B48B-085A01CAD4B5}" destId="{070E44D4-C975-47D2-9EA9-587A0294CAD1}" srcOrd="5" destOrd="0" presId="urn:microsoft.com/office/officeart/2008/layout/LinedList"/>
    <dgm:cxn modelId="{15130E98-104F-4547-AA38-EB875EE1BD03}" type="presParOf" srcId="{070E44D4-C975-47D2-9EA9-587A0294CAD1}" destId="{30FBCDC2-8683-4739-9352-982DA5D50E8F}" srcOrd="0" destOrd="0" presId="urn:microsoft.com/office/officeart/2008/layout/LinedList"/>
    <dgm:cxn modelId="{0289D901-CCBD-4C93-8858-769966465BC0}" type="presParOf" srcId="{070E44D4-C975-47D2-9EA9-587A0294CAD1}" destId="{716EE7F5-23C3-4BBD-BB1C-EF270FBAA864}" srcOrd="1" destOrd="0" presId="urn:microsoft.com/office/officeart/2008/layout/LinedList"/>
    <dgm:cxn modelId="{AEB0895D-DAF8-4464-8022-FEB93E34F995}" type="presParOf" srcId="{196D8DBE-7C9D-4F88-B48B-085A01CAD4B5}" destId="{7CAFEA44-DC34-4381-AB87-35886C8B42A1}" srcOrd="6" destOrd="0" presId="urn:microsoft.com/office/officeart/2008/layout/LinedList"/>
    <dgm:cxn modelId="{CED7F35E-CABC-4C53-A911-B298F11C5D99}" type="presParOf" srcId="{196D8DBE-7C9D-4F88-B48B-085A01CAD4B5}" destId="{965235BB-1DF8-4203-8099-6A1A876DB346}" srcOrd="7" destOrd="0" presId="urn:microsoft.com/office/officeart/2008/layout/LinedList"/>
    <dgm:cxn modelId="{B2CAB307-E078-48B8-9036-7060C2696AF2}" type="presParOf" srcId="{965235BB-1DF8-4203-8099-6A1A876DB346}" destId="{D38AD348-4CDD-4AC7-B2E8-59A315817516}" srcOrd="0" destOrd="0" presId="urn:microsoft.com/office/officeart/2008/layout/LinedList"/>
    <dgm:cxn modelId="{FB9D4E2F-4353-4CF7-B38F-84F3DD8FD749}" type="presParOf" srcId="{965235BB-1DF8-4203-8099-6A1A876DB346}" destId="{E1950D18-443D-491E-9B6E-A6691C5769A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280470-A447-4189-9676-EF3F35C4AD3A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DF8799F-CA81-44A3-BCE8-6EC940C8205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LSTM (Long Short-Term Memory)</a:t>
          </a:r>
          <a:r>
            <a:rPr lang="en-US"/>
            <a:t> network is used to capture</a:t>
          </a:r>
          <a:br>
            <a:rPr lang="en-US"/>
          </a:br>
          <a:r>
            <a:rPr lang="en-US"/>
            <a:t>temporal patterns in ECG signals.</a:t>
          </a:r>
        </a:p>
      </dgm:t>
    </dgm:pt>
    <dgm:pt modelId="{E7E40880-46B0-444E-BADC-744DE02C5FB7}" type="parTrans" cxnId="{B0A7107E-913E-4FE5-B55E-EF5AF0016D50}">
      <dgm:prSet/>
      <dgm:spPr/>
      <dgm:t>
        <a:bodyPr/>
        <a:lstStyle/>
        <a:p>
          <a:endParaRPr lang="en-US"/>
        </a:p>
      </dgm:t>
    </dgm:pt>
    <dgm:pt modelId="{210FE468-ADB4-4EE1-B233-46A8B7056D99}" type="sibTrans" cxnId="{B0A7107E-913E-4FE5-B55E-EF5AF0016D50}">
      <dgm:prSet/>
      <dgm:spPr/>
      <dgm:t>
        <a:bodyPr/>
        <a:lstStyle/>
        <a:p>
          <a:endParaRPr lang="en-US"/>
        </a:p>
      </dgm:t>
    </dgm:pt>
    <dgm:pt modelId="{85CA2851-2237-4982-B78F-21D01B562E5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Input ECG signal shape: </a:t>
          </a:r>
          <a:r>
            <a:rPr lang="en-US" b="1"/>
            <a:t>(187 time steps × 1 feature)</a:t>
          </a:r>
          <a:endParaRPr lang="en-US"/>
        </a:p>
      </dgm:t>
    </dgm:pt>
    <dgm:pt modelId="{197B84B6-F3B2-4A6A-A12A-CC9890DF0009}" type="parTrans" cxnId="{5E110E66-D329-4A07-9312-4D6ECC08EFFF}">
      <dgm:prSet/>
      <dgm:spPr/>
      <dgm:t>
        <a:bodyPr/>
        <a:lstStyle/>
        <a:p>
          <a:endParaRPr lang="en-US"/>
        </a:p>
      </dgm:t>
    </dgm:pt>
    <dgm:pt modelId="{6DCAEFA8-62FC-4305-8B0F-16449E47244F}" type="sibTrans" cxnId="{5E110E66-D329-4A07-9312-4D6ECC08EFFF}">
      <dgm:prSet/>
      <dgm:spPr/>
      <dgm:t>
        <a:bodyPr/>
        <a:lstStyle/>
        <a:p>
          <a:endParaRPr lang="en-US"/>
        </a:p>
      </dgm:t>
    </dgm:pt>
    <dgm:pt modelId="{E17F10DA-0AE1-408C-B0ED-C01D9099B30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Model Architecture:</a:t>
          </a:r>
        </a:p>
      </dgm:t>
    </dgm:pt>
    <dgm:pt modelId="{9F857925-67DC-4662-A9CE-BB589EC7D43B}" type="parTrans" cxnId="{F6D4322E-230E-4011-B5C9-D2F5980A7099}">
      <dgm:prSet/>
      <dgm:spPr/>
      <dgm:t>
        <a:bodyPr/>
        <a:lstStyle/>
        <a:p>
          <a:endParaRPr lang="en-US"/>
        </a:p>
      </dgm:t>
    </dgm:pt>
    <dgm:pt modelId="{65E0BA48-C149-4B74-9CD3-4F66FDA53B24}" type="sibTrans" cxnId="{F6D4322E-230E-4011-B5C9-D2F5980A7099}">
      <dgm:prSet/>
      <dgm:spPr/>
      <dgm:t>
        <a:bodyPr/>
        <a:lstStyle/>
        <a:p>
          <a:endParaRPr lang="en-US"/>
        </a:p>
      </dgm:t>
    </dgm:pt>
    <dgm:pt modelId="{DE50A67B-5D0E-4636-8579-91E4D1B126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LSTM layer with 64 units</a:t>
          </a:r>
        </a:p>
      </dgm:t>
    </dgm:pt>
    <dgm:pt modelId="{38D1E91B-0473-440D-B5A3-661B401205B9}" type="parTrans" cxnId="{672996F6-1D49-4370-99DD-DDDF4E699E52}">
      <dgm:prSet/>
      <dgm:spPr/>
      <dgm:t>
        <a:bodyPr/>
        <a:lstStyle/>
        <a:p>
          <a:endParaRPr lang="en-US"/>
        </a:p>
      </dgm:t>
    </dgm:pt>
    <dgm:pt modelId="{2F045DF8-C45A-43AC-9CEF-D050264CFA0A}" type="sibTrans" cxnId="{672996F6-1D49-4370-99DD-DDDF4E699E52}">
      <dgm:prSet/>
      <dgm:spPr/>
      <dgm:t>
        <a:bodyPr/>
        <a:lstStyle/>
        <a:p>
          <a:endParaRPr lang="en-US"/>
        </a:p>
      </dgm:t>
    </dgm:pt>
    <dgm:pt modelId="{FD8DDD9F-A940-407C-A72C-031400E398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Dropout layer to reduce overfitting</a:t>
          </a:r>
        </a:p>
      </dgm:t>
    </dgm:pt>
    <dgm:pt modelId="{1B3B4A1E-648A-46C6-A639-2BC4128C159F}" type="parTrans" cxnId="{72E764C4-1C2D-4C8A-B682-895F521E9BA1}">
      <dgm:prSet/>
      <dgm:spPr/>
      <dgm:t>
        <a:bodyPr/>
        <a:lstStyle/>
        <a:p>
          <a:endParaRPr lang="en-US"/>
        </a:p>
      </dgm:t>
    </dgm:pt>
    <dgm:pt modelId="{C681E650-41F5-4096-81B3-DAC3996BA1A3}" type="sibTrans" cxnId="{72E764C4-1C2D-4C8A-B682-895F521E9BA1}">
      <dgm:prSet/>
      <dgm:spPr/>
      <dgm:t>
        <a:bodyPr/>
        <a:lstStyle/>
        <a:p>
          <a:endParaRPr lang="en-US"/>
        </a:p>
      </dgm:t>
    </dgm:pt>
    <dgm:pt modelId="{8F6453EE-2D31-4E05-A2A5-05D55377B7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Dense output layer with Sigmoid activation</a:t>
          </a:r>
        </a:p>
      </dgm:t>
    </dgm:pt>
    <dgm:pt modelId="{B6B4D715-AA97-4EB2-9F48-734A6743EFAB}" type="parTrans" cxnId="{4A868240-60C2-4179-8319-7F04626AB89F}">
      <dgm:prSet/>
      <dgm:spPr/>
      <dgm:t>
        <a:bodyPr/>
        <a:lstStyle/>
        <a:p>
          <a:endParaRPr lang="en-US"/>
        </a:p>
      </dgm:t>
    </dgm:pt>
    <dgm:pt modelId="{8C834FA1-00D9-49FE-8A32-AFF9A8E9B9CB}" type="sibTrans" cxnId="{4A868240-60C2-4179-8319-7F04626AB89F}">
      <dgm:prSet/>
      <dgm:spPr/>
      <dgm:t>
        <a:bodyPr/>
        <a:lstStyle/>
        <a:p>
          <a:endParaRPr lang="en-US"/>
        </a:p>
      </dgm:t>
    </dgm:pt>
    <dgm:pt modelId="{242C2385-BF0F-4D6A-B4A9-12D71D7E9FC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Binary classification:</a:t>
          </a:r>
        </a:p>
      </dgm:t>
    </dgm:pt>
    <dgm:pt modelId="{F9AD6BE4-D14E-407F-98CA-E146C99114C8}" type="parTrans" cxnId="{E2363B1F-EB9A-48FB-A763-050037225115}">
      <dgm:prSet/>
      <dgm:spPr/>
      <dgm:t>
        <a:bodyPr/>
        <a:lstStyle/>
        <a:p>
          <a:endParaRPr lang="en-US"/>
        </a:p>
      </dgm:t>
    </dgm:pt>
    <dgm:pt modelId="{411EEF59-9300-49DD-AEF4-B0B15CE4FE76}" type="sibTrans" cxnId="{E2363B1F-EB9A-48FB-A763-050037225115}">
      <dgm:prSet/>
      <dgm:spPr/>
      <dgm:t>
        <a:bodyPr/>
        <a:lstStyle/>
        <a:p>
          <a:endParaRPr lang="en-US"/>
        </a:p>
      </dgm:t>
    </dgm:pt>
    <dgm:pt modelId="{291DCE22-3757-461B-8B04-FBD2D11695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Normal</a:t>
          </a:r>
          <a:endParaRPr lang="en-US" dirty="0"/>
        </a:p>
      </dgm:t>
    </dgm:pt>
    <dgm:pt modelId="{A8FD9C74-46E4-40BF-983B-90864CEABA1F}" type="parTrans" cxnId="{6D0013C1-B18C-4A10-8CF6-FB482A537D68}">
      <dgm:prSet/>
      <dgm:spPr/>
      <dgm:t>
        <a:bodyPr/>
        <a:lstStyle/>
        <a:p>
          <a:endParaRPr lang="en-US"/>
        </a:p>
      </dgm:t>
    </dgm:pt>
    <dgm:pt modelId="{FF5DF6E0-8A74-4125-9F05-87362AD706E7}" type="sibTrans" cxnId="{6D0013C1-B18C-4A10-8CF6-FB482A537D68}">
      <dgm:prSet/>
      <dgm:spPr/>
      <dgm:t>
        <a:bodyPr/>
        <a:lstStyle/>
        <a:p>
          <a:endParaRPr lang="en-US"/>
        </a:p>
      </dgm:t>
    </dgm:pt>
    <dgm:pt modelId="{ABE11111-0B91-4FAE-BF5C-25C4BDFD81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Abnormal</a:t>
          </a:r>
          <a:endParaRPr lang="en-US" dirty="0"/>
        </a:p>
      </dgm:t>
    </dgm:pt>
    <dgm:pt modelId="{5B164315-8442-4348-98B9-28DB9AF947A8}" type="parTrans" cxnId="{C3DEE905-4042-4701-82E2-C2C01B30E98D}">
      <dgm:prSet/>
      <dgm:spPr/>
      <dgm:t>
        <a:bodyPr/>
        <a:lstStyle/>
        <a:p>
          <a:endParaRPr lang="en-US"/>
        </a:p>
      </dgm:t>
    </dgm:pt>
    <dgm:pt modelId="{DDFB8970-B6B2-4FD3-810D-B5A60755D525}" type="sibTrans" cxnId="{C3DEE905-4042-4701-82E2-C2C01B30E98D}">
      <dgm:prSet/>
      <dgm:spPr/>
      <dgm:t>
        <a:bodyPr/>
        <a:lstStyle/>
        <a:p>
          <a:endParaRPr lang="en-US"/>
        </a:p>
      </dgm:t>
    </dgm:pt>
    <dgm:pt modelId="{E53E6288-068F-4D64-AA67-98F20063BA9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Sigmoid output provides:</a:t>
          </a:r>
        </a:p>
      </dgm:t>
    </dgm:pt>
    <dgm:pt modelId="{2C453EA5-4E20-4F3C-8274-A9AFA100CCF3}" type="parTrans" cxnId="{D6C84E73-7391-46EF-BF7B-F908B5F0EDE9}">
      <dgm:prSet/>
      <dgm:spPr/>
      <dgm:t>
        <a:bodyPr/>
        <a:lstStyle/>
        <a:p>
          <a:endParaRPr lang="en-US"/>
        </a:p>
      </dgm:t>
    </dgm:pt>
    <dgm:pt modelId="{AEE1A23B-8867-4848-9F09-88C748E05FC7}" type="sibTrans" cxnId="{D6C84E73-7391-46EF-BF7B-F908B5F0EDE9}">
      <dgm:prSet/>
      <dgm:spPr/>
      <dgm:t>
        <a:bodyPr/>
        <a:lstStyle/>
        <a:p>
          <a:endParaRPr lang="en-US"/>
        </a:p>
      </dgm:t>
    </dgm:pt>
    <dgm:pt modelId="{7076D7E6-0927-42B9-8583-B4CBDE1099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Prediction label</a:t>
          </a:r>
        </a:p>
      </dgm:t>
    </dgm:pt>
    <dgm:pt modelId="{3A86D5F0-B10C-4524-8B53-BA4590EB8341}" type="parTrans" cxnId="{2C0FE367-ABA8-4BDA-A909-A76460324B03}">
      <dgm:prSet/>
      <dgm:spPr/>
      <dgm:t>
        <a:bodyPr/>
        <a:lstStyle/>
        <a:p>
          <a:endParaRPr lang="en-US"/>
        </a:p>
      </dgm:t>
    </dgm:pt>
    <dgm:pt modelId="{E5D5492E-7B93-4E89-876F-C61AE0974292}" type="sibTrans" cxnId="{2C0FE367-ABA8-4BDA-A909-A76460324B03}">
      <dgm:prSet/>
      <dgm:spPr/>
      <dgm:t>
        <a:bodyPr/>
        <a:lstStyle/>
        <a:p>
          <a:endParaRPr lang="en-US"/>
        </a:p>
      </dgm:t>
    </dgm:pt>
    <dgm:pt modelId="{AECC0A6E-80B4-440D-A930-07E3CE5B45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Confidence score for reliability</a:t>
          </a:r>
        </a:p>
      </dgm:t>
    </dgm:pt>
    <dgm:pt modelId="{2CE81105-8F72-4EC4-AD97-0A27AA72FD1A}" type="parTrans" cxnId="{3A675AD1-75FA-4D8A-9ED0-0E600E2FAD53}">
      <dgm:prSet/>
      <dgm:spPr/>
      <dgm:t>
        <a:bodyPr/>
        <a:lstStyle/>
        <a:p>
          <a:endParaRPr lang="en-US"/>
        </a:p>
      </dgm:t>
    </dgm:pt>
    <dgm:pt modelId="{17D44768-A6C6-46C9-8405-B5E6C26105D7}" type="sibTrans" cxnId="{3A675AD1-75FA-4D8A-9ED0-0E600E2FAD53}">
      <dgm:prSet/>
      <dgm:spPr/>
      <dgm:t>
        <a:bodyPr/>
        <a:lstStyle/>
        <a:p>
          <a:endParaRPr lang="en-US"/>
        </a:p>
      </dgm:t>
    </dgm:pt>
    <dgm:pt modelId="{E9B38C7A-4184-40D6-8EAE-3E335FE2122A}" type="pres">
      <dgm:prSet presAssocID="{80280470-A447-4189-9676-EF3F35C4AD3A}" presName="root" presStyleCnt="0">
        <dgm:presLayoutVars>
          <dgm:dir/>
          <dgm:resizeHandles val="exact"/>
        </dgm:presLayoutVars>
      </dgm:prSet>
      <dgm:spPr/>
    </dgm:pt>
    <dgm:pt modelId="{5E21AD81-A735-41F9-8FDD-1F51719D9707}" type="pres">
      <dgm:prSet presAssocID="{8DF8799F-CA81-44A3-BCE8-6EC940C82055}" presName="compNode" presStyleCnt="0"/>
      <dgm:spPr/>
    </dgm:pt>
    <dgm:pt modelId="{302CDE2A-0DF9-4851-835F-0A3E49A80EE8}" type="pres">
      <dgm:prSet presAssocID="{8DF8799F-CA81-44A3-BCE8-6EC940C8205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17136679-8CF7-4E99-8979-6C191B3D1583}" type="pres">
      <dgm:prSet presAssocID="{8DF8799F-CA81-44A3-BCE8-6EC940C82055}" presName="iconSpace" presStyleCnt="0"/>
      <dgm:spPr/>
    </dgm:pt>
    <dgm:pt modelId="{7E35FCC1-2DBD-4811-A36D-22E69E1D04F4}" type="pres">
      <dgm:prSet presAssocID="{8DF8799F-CA81-44A3-BCE8-6EC940C82055}" presName="parTx" presStyleLbl="revTx" presStyleIdx="0" presStyleCnt="10">
        <dgm:presLayoutVars>
          <dgm:chMax val="0"/>
          <dgm:chPref val="0"/>
        </dgm:presLayoutVars>
      </dgm:prSet>
      <dgm:spPr/>
    </dgm:pt>
    <dgm:pt modelId="{4E42E484-0A1B-4187-9759-38E6FBB861B2}" type="pres">
      <dgm:prSet presAssocID="{8DF8799F-CA81-44A3-BCE8-6EC940C82055}" presName="txSpace" presStyleCnt="0"/>
      <dgm:spPr/>
    </dgm:pt>
    <dgm:pt modelId="{4A63A8E1-5E72-4B56-A125-AFF9562F0F78}" type="pres">
      <dgm:prSet presAssocID="{8DF8799F-CA81-44A3-BCE8-6EC940C82055}" presName="desTx" presStyleLbl="revTx" presStyleIdx="1" presStyleCnt="10">
        <dgm:presLayoutVars/>
      </dgm:prSet>
      <dgm:spPr/>
    </dgm:pt>
    <dgm:pt modelId="{9F9EA68D-AFC6-4928-AE1E-7BFA01C3BF6A}" type="pres">
      <dgm:prSet presAssocID="{210FE468-ADB4-4EE1-B233-46A8B7056D99}" presName="sibTrans" presStyleCnt="0"/>
      <dgm:spPr/>
    </dgm:pt>
    <dgm:pt modelId="{22A1F41B-D1BA-4EDD-8133-1534B399BD61}" type="pres">
      <dgm:prSet presAssocID="{85CA2851-2237-4982-B78F-21D01B562E5B}" presName="compNode" presStyleCnt="0"/>
      <dgm:spPr/>
    </dgm:pt>
    <dgm:pt modelId="{585E03B6-00B8-4790-9DE7-CB1241F66346}" type="pres">
      <dgm:prSet presAssocID="{85CA2851-2237-4982-B78F-21D01B562E5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9D26DD69-460A-448A-AD53-8183E0F86DAF}" type="pres">
      <dgm:prSet presAssocID="{85CA2851-2237-4982-B78F-21D01B562E5B}" presName="iconSpace" presStyleCnt="0"/>
      <dgm:spPr/>
    </dgm:pt>
    <dgm:pt modelId="{B20959D1-0D31-46A6-8808-2E3656C727EE}" type="pres">
      <dgm:prSet presAssocID="{85CA2851-2237-4982-B78F-21D01B562E5B}" presName="parTx" presStyleLbl="revTx" presStyleIdx="2" presStyleCnt="10">
        <dgm:presLayoutVars>
          <dgm:chMax val="0"/>
          <dgm:chPref val="0"/>
        </dgm:presLayoutVars>
      </dgm:prSet>
      <dgm:spPr/>
    </dgm:pt>
    <dgm:pt modelId="{FBAFCECE-1D03-4262-AB5B-A7A7B9003F9D}" type="pres">
      <dgm:prSet presAssocID="{85CA2851-2237-4982-B78F-21D01B562E5B}" presName="txSpace" presStyleCnt="0"/>
      <dgm:spPr/>
    </dgm:pt>
    <dgm:pt modelId="{B8181339-DCC3-4154-B5A6-77D25190F01A}" type="pres">
      <dgm:prSet presAssocID="{85CA2851-2237-4982-B78F-21D01B562E5B}" presName="desTx" presStyleLbl="revTx" presStyleIdx="3" presStyleCnt="10">
        <dgm:presLayoutVars/>
      </dgm:prSet>
      <dgm:spPr/>
    </dgm:pt>
    <dgm:pt modelId="{4E2F1FA3-BD54-4748-B9AC-E6CD1441B669}" type="pres">
      <dgm:prSet presAssocID="{6DCAEFA8-62FC-4305-8B0F-16449E47244F}" presName="sibTrans" presStyleCnt="0"/>
      <dgm:spPr/>
    </dgm:pt>
    <dgm:pt modelId="{349FC33E-0B18-4C58-9B41-1A948326F00F}" type="pres">
      <dgm:prSet presAssocID="{E17F10DA-0AE1-408C-B0ED-C01D9099B30D}" presName="compNode" presStyleCnt="0"/>
      <dgm:spPr/>
    </dgm:pt>
    <dgm:pt modelId="{FBC9D6C0-C4E6-4BE8-A7AF-4F06A426ABA7}" type="pres">
      <dgm:prSet presAssocID="{E17F10DA-0AE1-408C-B0ED-C01D9099B30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385A6D3-4D2E-41B2-B85F-5022EB738EDA}" type="pres">
      <dgm:prSet presAssocID="{E17F10DA-0AE1-408C-B0ED-C01D9099B30D}" presName="iconSpace" presStyleCnt="0"/>
      <dgm:spPr/>
    </dgm:pt>
    <dgm:pt modelId="{8B57DD23-FCF3-45A1-87D2-EA2C3F12A900}" type="pres">
      <dgm:prSet presAssocID="{E17F10DA-0AE1-408C-B0ED-C01D9099B30D}" presName="parTx" presStyleLbl="revTx" presStyleIdx="4" presStyleCnt="10">
        <dgm:presLayoutVars>
          <dgm:chMax val="0"/>
          <dgm:chPref val="0"/>
        </dgm:presLayoutVars>
      </dgm:prSet>
      <dgm:spPr/>
    </dgm:pt>
    <dgm:pt modelId="{B7E08E96-DB2F-4167-92D3-FBCBC8FD4FD0}" type="pres">
      <dgm:prSet presAssocID="{E17F10DA-0AE1-408C-B0ED-C01D9099B30D}" presName="txSpace" presStyleCnt="0"/>
      <dgm:spPr/>
    </dgm:pt>
    <dgm:pt modelId="{A90A2EC2-EFB4-47E2-919E-C2E2CDBC332F}" type="pres">
      <dgm:prSet presAssocID="{E17F10DA-0AE1-408C-B0ED-C01D9099B30D}" presName="desTx" presStyleLbl="revTx" presStyleIdx="5" presStyleCnt="10">
        <dgm:presLayoutVars/>
      </dgm:prSet>
      <dgm:spPr/>
    </dgm:pt>
    <dgm:pt modelId="{2D52331A-52B8-4ADE-86A5-5AAA7E94187F}" type="pres">
      <dgm:prSet presAssocID="{65E0BA48-C149-4B74-9CD3-4F66FDA53B24}" presName="sibTrans" presStyleCnt="0"/>
      <dgm:spPr/>
    </dgm:pt>
    <dgm:pt modelId="{854A0768-F4F7-4EDC-9BCE-C02145B86F36}" type="pres">
      <dgm:prSet presAssocID="{242C2385-BF0F-4D6A-B4A9-12D71D7E9FC2}" presName="compNode" presStyleCnt="0"/>
      <dgm:spPr/>
    </dgm:pt>
    <dgm:pt modelId="{249936B9-BE54-4BF5-86F7-278BECEFF996}" type="pres">
      <dgm:prSet presAssocID="{242C2385-BF0F-4D6A-B4A9-12D71D7E9FC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0F9DBAC-BB4D-4D63-BF04-15AE2DE9849D}" type="pres">
      <dgm:prSet presAssocID="{242C2385-BF0F-4D6A-B4A9-12D71D7E9FC2}" presName="iconSpace" presStyleCnt="0"/>
      <dgm:spPr/>
    </dgm:pt>
    <dgm:pt modelId="{85D88837-4483-4BF5-A1ED-AB0A468396AC}" type="pres">
      <dgm:prSet presAssocID="{242C2385-BF0F-4D6A-B4A9-12D71D7E9FC2}" presName="parTx" presStyleLbl="revTx" presStyleIdx="6" presStyleCnt="10">
        <dgm:presLayoutVars>
          <dgm:chMax val="0"/>
          <dgm:chPref val="0"/>
        </dgm:presLayoutVars>
      </dgm:prSet>
      <dgm:spPr/>
    </dgm:pt>
    <dgm:pt modelId="{CFF6E2B9-5D27-4772-A706-035AACDFD04F}" type="pres">
      <dgm:prSet presAssocID="{242C2385-BF0F-4D6A-B4A9-12D71D7E9FC2}" presName="txSpace" presStyleCnt="0"/>
      <dgm:spPr/>
    </dgm:pt>
    <dgm:pt modelId="{C6B1D00A-B09D-4E94-9F8E-EDEFE72711C1}" type="pres">
      <dgm:prSet presAssocID="{242C2385-BF0F-4D6A-B4A9-12D71D7E9FC2}" presName="desTx" presStyleLbl="revTx" presStyleIdx="7" presStyleCnt="10" custScaleY="208735">
        <dgm:presLayoutVars/>
      </dgm:prSet>
      <dgm:spPr/>
    </dgm:pt>
    <dgm:pt modelId="{496799B7-3EB3-4920-B21C-CE57609CB090}" type="pres">
      <dgm:prSet presAssocID="{411EEF59-9300-49DD-AEF4-B0B15CE4FE76}" presName="sibTrans" presStyleCnt="0"/>
      <dgm:spPr/>
    </dgm:pt>
    <dgm:pt modelId="{6970E514-4938-4A49-AA7B-5212D8824E2A}" type="pres">
      <dgm:prSet presAssocID="{E53E6288-068F-4D64-AA67-98F20063BA9C}" presName="compNode" presStyleCnt="0"/>
      <dgm:spPr/>
    </dgm:pt>
    <dgm:pt modelId="{EF7F6D5E-5278-4B59-8BFD-A6EEE7AF8FAA}" type="pres">
      <dgm:prSet presAssocID="{E53E6288-068F-4D64-AA67-98F20063BA9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040920D5-1431-4F68-A788-BA85218735D2}" type="pres">
      <dgm:prSet presAssocID="{E53E6288-068F-4D64-AA67-98F20063BA9C}" presName="iconSpace" presStyleCnt="0"/>
      <dgm:spPr/>
    </dgm:pt>
    <dgm:pt modelId="{D8413B0F-FE24-4E0B-B3C7-9EB224F1F234}" type="pres">
      <dgm:prSet presAssocID="{E53E6288-068F-4D64-AA67-98F20063BA9C}" presName="parTx" presStyleLbl="revTx" presStyleIdx="8" presStyleCnt="10">
        <dgm:presLayoutVars>
          <dgm:chMax val="0"/>
          <dgm:chPref val="0"/>
        </dgm:presLayoutVars>
      </dgm:prSet>
      <dgm:spPr/>
    </dgm:pt>
    <dgm:pt modelId="{30AA9209-E4BA-487A-BFF5-E836F7786D27}" type="pres">
      <dgm:prSet presAssocID="{E53E6288-068F-4D64-AA67-98F20063BA9C}" presName="txSpace" presStyleCnt="0"/>
      <dgm:spPr/>
    </dgm:pt>
    <dgm:pt modelId="{D8B70408-B160-4126-A1E2-FC41CEA2DFFF}" type="pres">
      <dgm:prSet presAssocID="{E53E6288-068F-4D64-AA67-98F20063BA9C}" presName="desTx" presStyleLbl="revTx" presStyleIdx="9" presStyleCnt="10">
        <dgm:presLayoutVars/>
      </dgm:prSet>
      <dgm:spPr/>
    </dgm:pt>
  </dgm:ptLst>
  <dgm:cxnLst>
    <dgm:cxn modelId="{C3DEE905-4042-4701-82E2-C2C01B30E98D}" srcId="{242C2385-BF0F-4D6A-B4A9-12D71D7E9FC2}" destId="{ABE11111-0B91-4FAE-BF5C-25C4BDFD8169}" srcOrd="1" destOrd="0" parTransId="{5B164315-8442-4348-98B9-28DB9AF947A8}" sibTransId="{DDFB8970-B6B2-4FD3-810D-B5A60755D525}"/>
    <dgm:cxn modelId="{E2363B1F-EB9A-48FB-A763-050037225115}" srcId="{80280470-A447-4189-9676-EF3F35C4AD3A}" destId="{242C2385-BF0F-4D6A-B4A9-12D71D7E9FC2}" srcOrd="3" destOrd="0" parTransId="{F9AD6BE4-D14E-407F-98CA-E146C99114C8}" sibTransId="{411EEF59-9300-49DD-AEF4-B0B15CE4FE76}"/>
    <dgm:cxn modelId="{F6D4322E-230E-4011-B5C9-D2F5980A7099}" srcId="{80280470-A447-4189-9676-EF3F35C4AD3A}" destId="{E17F10DA-0AE1-408C-B0ED-C01D9099B30D}" srcOrd="2" destOrd="0" parTransId="{9F857925-67DC-4662-A9CE-BB589EC7D43B}" sibTransId="{65E0BA48-C149-4B74-9CD3-4F66FDA53B24}"/>
    <dgm:cxn modelId="{4A868240-60C2-4179-8319-7F04626AB89F}" srcId="{E17F10DA-0AE1-408C-B0ED-C01D9099B30D}" destId="{8F6453EE-2D31-4E05-A2A5-05D55377B793}" srcOrd="2" destOrd="0" parTransId="{B6B4D715-AA97-4EB2-9F48-734A6743EFAB}" sibTransId="{8C834FA1-00D9-49FE-8A32-AFF9A8E9B9CB}"/>
    <dgm:cxn modelId="{0F7B4F5B-CC9D-4D2C-84B6-C5DDC4AD1EF8}" type="presOf" srcId="{FD8DDD9F-A940-407C-A72C-031400E398CA}" destId="{A90A2EC2-EFB4-47E2-919E-C2E2CDBC332F}" srcOrd="0" destOrd="1" presId="urn:microsoft.com/office/officeart/2018/2/layout/IconLabelDescriptionList"/>
    <dgm:cxn modelId="{71C35141-70CA-4789-B577-D316279B8F20}" type="presOf" srcId="{E17F10DA-0AE1-408C-B0ED-C01D9099B30D}" destId="{8B57DD23-FCF3-45A1-87D2-EA2C3F12A900}" srcOrd="0" destOrd="0" presId="urn:microsoft.com/office/officeart/2018/2/layout/IconLabelDescriptionList"/>
    <dgm:cxn modelId="{5E110E66-D329-4A07-9312-4D6ECC08EFFF}" srcId="{80280470-A447-4189-9676-EF3F35C4AD3A}" destId="{85CA2851-2237-4982-B78F-21D01B562E5B}" srcOrd="1" destOrd="0" parTransId="{197B84B6-F3B2-4A6A-A12A-CC9890DF0009}" sibTransId="{6DCAEFA8-62FC-4305-8B0F-16449E47244F}"/>
    <dgm:cxn modelId="{6FFCED46-7B38-4A87-93C7-0DFAAEA95D9E}" type="presOf" srcId="{7076D7E6-0927-42B9-8583-B4CBDE1099A2}" destId="{D8B70408-B160-4126-A1E2-FC41CEA2DFFF}" srcOrd="0" destOrd="0" presId="urn:microsoft.com/office/officeart/2018/2/layout/IconLabelDescriptionList"/>
    <dgm:cxn modelId="{2C0FE367-ABA8-4BDA-A909-A76460324B03}" srcId="{E53E6288-068F-4D64-AA67-98F20063BA9C}" destId="{7076D7E6-0927-42B9-8583-B4CBDE1099A2}" srcOrd="0" destOrd="0" parTransId="{3A86D5F0-B10C-4524-8B53-BA4590EB8341}" sibTransId="{E5D5492E-7B93-4E89-876F-C61AE0974292}"/>
    <dgm:cxn modelId="{BB897748-92EC-4E07-9939-6F9C043A16D9}" type="presOf" srcId="{85CA2851-2237-4982-B78F-21D01B562E5B}" destId="{B20959D1-0D31-46A6-8808-2E3656C727EE}" srcOrd="0" destOrd="0" presId="urn:microsoft.com/office/officeart/2018/2/layout/IconLabelDescriptionList"/>
    <dgm:cxn modelId="{13CCC56C-C65F-4533-BCB7-CA5CFDA30D93}" type="presOf" srcId="{242C2385-BF0F-4D6A-B4A9-12D71D7E9FC2}" destId="{85D88837-4483-4BF5-A1ED-AB0A468396AC}" srcOrd="0" destOrd="0" presId="urn:microsoft.com/office/officeart/2018/2/layout/IconLabelDescriptionList"/>
    <dgm:cxn modelId="{75A2864E-E0C9-4C09-810A-2F4E449DA431}" type="presOf" srcId="{291DCE22-3757-461B-8B04-FBD2D1169505}" destId="{C6B1D00A-B09D-4E94-9F8E-EDEFE72711C1}" srcOrd="0" destOrd="0" presId="urn:microsoft.com/office/officeart/2018/2/layout/IconLabelDescriptionList"/>
    <dgm:cxn modelId="{D6C84E73-7391-46EF-BF7B-F908B5F0EDE9}" srcId="{80280470-A447-4189-9676-EF3F35C4AD3A}" destId="{E53E6288-068F-4D64-AA67-98F20063BA9C}" srcOrd="4" destOrd="0" parTransId="{2C453EA5-4E20-4F3C-8274-A9AFA100CCF3}" sibTransId="{AEE1A23B-8867-4848-9F09-88C748E05FC7}"/>
    <dgm:cxn modelId="{442D3E54-A650-4969-854D-78DDBF33EF41}" type="presOf" srcId="{DE50A67B-5D0E-4636-8579-91E4D1B12613}" destId="{A90A2EC2-EFB4-47E2-919E-C2E2CDBC332F}" srcOrd="0" destOrd="0" presId="urn:microsoft.com/office/officeart/2018/2/layout/IconLabelDescriptionList"/>
    <dgm:cxn modelId="{B4C62F7A-BC28-4B4D-A7A7-844645E18721}" type="presOf" srcId="{AECC0A6E-80B4-440D-A930-07E3CE5B4514}" destId="{D8B70408-B160-4126-A1E2-FC41CEA2DFFF}" srcOrd="0" destOrd="1" presId="urn:microsoft.com/office/officeart/2018/2/layout/IconLabelDescriptionList"/>
    <dgm:cxn modelId="{B0A7107E-913E-4FE5-B55E-EF5AF0016D50}" srcId="{80280470-A447-4189-9676-EF3F35C4AD3A}" destId="{8DF8799F-CA81-44A3-BCE8-6EC940C82055}" srcOrd="0" destOrd="0" parTransId="{E7E40880-46B0-444E-BADC-744DE02C5FB7}" sibTransId="{210FE468-ADB4-4EE1-B233-46A8B7056D99}"/>
    <dgm:cxn modelId="{99F30591-8059-4810-A161-D620F4574D10}" type="presOf" srcId="{E53E6288-068F-4D64-AA67-98F20063BA9C}" destId="{D8413B0F-FE24-4E0B-B3C7-9EB224F1F234}" srcOrd="0" destOrd="0" presId="urn:microsoft.com/office/officeart/2018/2/layout/IconLabelDescriptionList"/>
    <dgm:cxn modelId="{275052B5-D1BF-41DD-948C-EAE986A43175}" type="presOf" srcId="{8F6453EE-2D31-4E05-A2A5-05D55377B793}" destId="{A90A2EC2-EFB4-47E2-919E-C2E2CDBC332F}" srcOrd="0" destOrd="2" presId="urn:microsoft.com/office/officeart/2018/2/layout/IconLabelDescriptionList"/>
    <dgm:cxn modelId="{1BBECBBD-DAD2-4E4B-8246-0C53AF547D78}" type="presOf" srcId="{ABE11111-0B91-4FAE-BF5C-25C4BDFD8169}" destId="{C6B1D00A-B09D-4E94-9F8E-EDEFE72711C1}" srcOrd="0" destOrd="1" presId="urn:microsoft.com/office/officeart/2018/2/layout/IconLabelDescriptionList"/>
    <dgm:cxn modelId="{6D0013C1-B18C-4A10-8CF6-FB482A537D68}" srcId="{242C2385-BF0F-4D6A-B4A9-12D71D7E9FC2}" destId="{291DCE22-3757-461B-8B04-FBD2D1169505}" srcOrd="0" destOrd="0" parTransId="{A8FD9C74-46E4-40BF-983B-90864CEABA1F}" sibTransId="{FF5DF6E0-8A74-4125-9F05-87362AD706E7}"/>
    <dgm:cxn modelId="{72E764C4-1C2D-4C8A-B682-895F521E9BA1}" srcId="{E17F10DA-0AE1-408C-B0ED-C01D9099B30D}" destId="{FD8DDD9F-A940-407C-A72C-031400E398CA}" srcOrd="1" destOrd="0" parTransId="{1B3B4A1E-648A-46C6-A639-2BC4128C159F}" sibTransId="{C681E650-41F5-4096-81B3-DAC3996BA1A3}"/>
    <dgm:cxn modelId="{3A675AD1-75FA-4D8A-9ED0-0E600E2FAD53}" srcId="{E53E6288-068F-4D64-AA67-98F20063BA9C}" destId="{AECC0A6E-80B4-440D-A930-07E3CE5B4514}" srcOrd="1" destOrd="0" parTransId="{2CE81105-8F72-4EC4-AD97-0A27AA72FD1A}" sibTransId="{17D44768-A6C6-46C9-8405-B5E6C26105D7}"/>
    <dgm:cxn modelId="{4D3370DF-A071-4EA9-B772-B940240A6A17}" type="presOf" srcId="{80280470-A447-4189-9676-EF3F35C4AD3A}" destId="{E9B38C7A-4184-40D6-8EAE-3E335FE2122A}" srcOrd="0" destOrd="0" presId="urn:microsoft.com/office/officeart/2018/2/layout/IconLabelDescriptionList"/>
    <dgm:cxn modelId="{92EE3BE2-F657-4A8E-B026-A7EBA3D23761}" type="presOf" srcId="{8DF8799F-CA81-44A3-BCE8-6EC940C82055}" destId="{7E35FCC1-2DBD-4811-A36D-22E69E1D04F4}" srcOrd="0" destOrd="0" presId="urn:microsoft.com/office/officeart/2018/2/layout/IconLabelDescriptionList"/>
    <dgm:cxn modelId="{672996F6-1D49-4370-99DD-DDDF4E699E52}" srcId="{E17F10DA-0AE1-408C-B0ED-C01D9099B30D}" destId="{DE50A67B-5D0E-4636-8579-91E4D1B12613}" srcOrd="0" destOrd="0" parTransId="{38D1E91B-0473-440D-B5A3-661B401205B9}" sibTransId="{2F045DF8-C45A-43AC-9CEF-D050264CFA0A}"/>
    <dgm:cxn modelId="{D71F0BCD-A426-4D69-BD52-9080DD75E941}" type="presParOf" srcId="{E9B38C7A-4184-40D6-8EAE-3E335FE2122A}" destId="{5E21AD81-A735-41F9-8FDD-1F51719D9707}" srcOrd="0" destOrd="0" presId="urn:microsoft.com/office/officeart/2018/2/layout/IconLabelDescriptionList"/>
    <dgm:cxn modelId="{BBD605AB-A679-483F-8029-C29B5407D269}" type="presParOf" srcId="{5E21AD81-A735-41F9-8FDD-1F51719D9707}" destId="{302CDE2A-0DF9-4851-835F-0A3E49A80EE8}" srcOrd="0" destOrd="0" presId="urn:microsoft.com/office/officeart/2018/2/layout/IconLabelDescriptionList"/>
    <dgm:cxn modelId="{98BB706C-8BCF-4E28-B752-E66E913DF375}" type="presParOf" srcId="{5E21AD81-A735-41F9-8FDD-1F51719D9707}" destId="{17136679-8CF7-4E99-8979-6C191B3D1583}" srcOrd="1" destOrd="0" presId="urn:microsoft.com/office/officeart/2018/2/layout/IconLabelDescriptionList"/>
    <dgm:cxn modelId="{765D4AA7-17A1-4F6A-98A3-0197B5292AC2}" type="presParOf" srcId="{5E21AD81-A735-41F9-8FDD-1F51719D9707}" destId="{7E35FCC1-2DBD-4811-A36D-22E69E1D04F4}" srcOrd="2" destOrd="0" presId="urn:microsoft.com/office/officeart/2018/2/layout/IconLabelDescriptionList"/>
    <dgm:cxn modelId="{AD9E2582-CBE7-4553-9EA7-31F6CFCF53E4}" type="presParOf" srcId="{5E21AD81-A735-41F9-8FDD-1F51719D9707}" destId="{4E42E484-0A1B-4187-9759-38E6FBB861B2}" srcOrd="3" destOrd="0" presId="urn:microsoft.com/office/officeart/2018/2/layout/IconLabelDescriptionList"/>
    <dgm:cxn modelId="{9B0A7257-D5EB-409C-9738-BB7DE2F6ED4B}" type="presParOf" srcId="{5E21AD81-A735-41F9-8FDD-1F51719D9707}" destId="{4A63A8E1-5E72-4B56-A125-AFF9562F0F78}" srcOrd="4" destOrd="0" presId="urn:microsoft.com/office/officeart/2018/2/layout/IconLabelDescriptionList"/>
    <dgm:cxn modelId="{22EB595F-88D5-429A-BC9B-B1906BE417CE}" type="presParOf" srcId="{E9B38C7A-4184-40D6-8EAE-3E335FE2122A}" destId="{9F9EA68D-AFC6-4928-AE1E-7BFA01C3BF6A}" srcOrd="1" destOrd="0" presId="urn:microsoft.com/office/officeart/2018/2/layout/IconLabelDescriptionList"/>
    <dgm:cxn modelId="{428CCB22-0717-4560-96AD-E3E116C4245B}" type="presParOf" srcId="{E9B38C7A-4184-40D6-8EAE-3E335FE2122A}" destId="{22A1F41B-D1BA-4EDD-8133-1534B399BD61}" srcOrd="2" destOrd="0" presId="urn:microsoft.com/office/officeart/2018/2/layout/IconLabelDescriptionList"/>
    <dgm:cxn modelId="{66255206-884E-4A2F-821A-7CF5A65A76ED}" type="presParOf" srcId="{22A1F41B-D1BA-4EDD-8133-1534B399BD61}" destId="{585E03B6-00B8-4790-9DE7-CB1241F66346}" srcOrd="0" destOrd="0" presId="urn:microsoft.com/office/officeart/2018/2/layout/IconLabelDescriptionList"/>
    <dgm:cxn modelId="{E5F0EF35-1A13-4D42-BCE7-95A8BCB7D5F8}" type="presParOf" srcId="{22A1F41B-D1BA-4EDD-8133-1534B399BD61}" destId="{9D26DD69-460A-448A-AD53-8183E0F86DAF}" srcOrd="1" destOrd="0" presId="urn:microsoft.com/office/officeart/2018/2/layout/IconLabelDescriptionList"/>
    <dgm:cxn modelId="{3D7A5BF2-8F83-469B-8829-AD527A59F9C1}" type="presParOf" srcId="{22A1F41B-D1BA-4EDD-8133-1534B399BD61}" destId="{B20959D1-0D31-46A6-8808-2E3656C727EE}" srcOrd="2" destOrd="0" presId="urn:microsoft.com/office/officeart/2018/2/layout/IconLabelDescriptionList"/>
    <dgm:cxn modelId="{3D48D800-461B-4CA7-9186-F6B587F765B9}" type="presParOf" srcId="{22A1F41B-D1BA-4EDD-8133-1534B399BD61}" destId="{FBAFCECE-1D03-4262-AB5B-A7A7B9003F9D}" srcOrd="3" destOrd="0" presId="urn:microsoft.com/office/officeart/2018/2/layout/IconLabelDescriptionList"/>
    <dgm:cxn modelId="{99151768-7247-470D-9B1B-033C62F77A12}" type="presParOf" srcId="{22A1F41B-D1BA-4EDD-8133-1534B399BD61}" destId="{B8181339-DCC3-4154-B5A6-77D25190F01A}" srcOrd="4" destOrd="0" presId="urn:microsoft.com/office/officeart/2018/2/layout/IconLabelDescriptionList"/>
    <dgm:cxn modelId="{82A5A59B-909B-4C17-858D-6C31E73E48BD}" type="presParOf" srcId="{E9B38C7A-4184-40D6-8EAE-3E335FE2122A}" destId="{4E2F1FA3-BD54-4748-B9AC-E6CD1441B669}" srcOrd="3" destOrd="0" presId="urn:microsoft.com/office/officeart/2018/2/layout/IconLabelDescriptionList"/>
    <dgm:cxn modelId="{5BA076ED-7A1E-42B1-A49C-7CE6A79B4F21}" type="presParOf" srcId="{E9B38C7A-4184-40D6-8EAE-3E335FE2122A}" destId="{349FC33E-0B18-4C58-9B41-1A948326F00F}" srcOrd="4" destOrd="0" presId="urn:microsoft.com/office/officeart/2018/2/layout/IconLabelDescriptionList"/>
    <dgm:cxn modelId="{8BF858C0-73B2-4F36-AE93-50305926AE3F}" type="presParOf" srcId="{349FC33E-0B18-4C58-9B41-1A948326F00F}" destId="{FBC9D6C0-C4E6-4BE8-A7AF-4F06A426ABA7}" srcOrd="0" destOrd="0" presId="urn:microsoft.com/office/officeart/2018/2/layout/IconLabelDescriptionList"/>
    <dgm:cxn modelId="{D032F82D-9D7E-41C4-925B-9FA49530290C}" type="presParOf" srcId="{349FC33E-0B18-4C58-9B41-1A948326F00F}" destId="{4385A6D3-4D2E-41B2-B85F-5022EB738EDA}" srcOrd="1" destOrd="0" presId="urn:microsoft.com/office/officeart/2018/2/layout/IconLabelDescriptionList"/>
    <dgm:cxn modelId="{811ED164-DFD8-4BF6-8EC2-4C501BDDBE2B}" type="presParOf" srcId="{349FC33E-0B18-4C58-9B41-1A948326F00F}" destId="{8B57DD23-FCF3-45A1-87D2-EA2C3F12A900}" srcOrd="2" destOrd="0" presId="urn:microsoft.com/office/officeart/2018/2/layout/IconLabelDescriptionList"/>
    <dgm:cxn modelId="{D725234A-9566-48EF-81EA-B6966A6ED678}" type="presParOf" srcId="{349FC33E-0B18-4C58-9B41-1A948326F00F}" destId="{B7E08E96-DB2F-4167-92D3-FBCBC8FD4FD0}" srcOrd="3" destOrd="0" presId="urn:microsoft.com/office/officeart/2018/2/layout/IconLabelDescriptionList"/>
    <dgm:cxn modelId="{1EEDE198-421A-467A-8EF6-C1D06FE437EC}" type="presParOf" srcId="{349FC33E-0B18-4C58-9B41-1A948326F00F}" destId="{A90A2EC2-EFB4-47E2-919E-C2E2CDBC332F}" srcOrd="4" destOrd="0" presId="urn:microsoft.com/office/officeart/2018/2/layout/IconLabelDescriptionList"/>
    <dgm:cxn modelId="{C1031848-CBEE-47D0-A41E-44BAA2892D89}" type="presParOf" srcId="{E9B38C7A-4184-40D6-8EAE-3E335FE2122A}" destId="{2D52331A-52B8-4ADE-86A5-5AAA7E94187F}" srcOrd="5" destOrd="0" presId="urn:microsoft.com/office/officeart/2018/2/layout/IconLabelDescriptionList"/>
    <dgm:cxn modelId="{AB710561-A398-470E-AF5E-02C99220F407}" type="presParOf" srcId="{E9B38C7A-4184-40D6-8EAE-3E335FE2122A}" destId="{854A0768-F4F7-4EDC-9BCE-C02145B86F36}" srcOrd="6" destOrd="0" presId="urn:microsoft.com/office/officeart/2018/2/layout/IconLabelDescriptionList"/>
    <dgm:cxn modelId="{CD51299B-D83D-4322-924D-84AF36A49C34}" type="presParOf" srcId="{854A0768-F4F7-4EDC-9BCE-C02145B86F36}" destId="{249936B9-BE54-4BF5-86F7-278BECEFF996}" srcOrd="0" destOrd="0" presId="urn:microsoft.com/office/officeart/2018/2/layout/IconLabelDescriptionList"/>
    <dgm:cxn modelId="{3C392673-EF3A-4D41-82BA-27760754E529}" type="presParOf" srcId="{854A0768-F4F7-4EDC-9BCE-C02145B86F36}" destId="{80F9DBAC-BB4D-4D63-BF04-15AE2DE9849D}" srcOrd="1" destOrd="0" presId="urn:microsoft.com/office/officeart/2018/2/layout/IconLabelDescriptionList"/>
    <dgm:cxn modelId="{E4B88448-C7F1-4C3D-8572-337D835EF2E7}" type="presParOf" srcId="{854A0768-F4F7-4EDC-9BCE-C02145B86F36}" destId="{85D88837-4483-4BF5-A1ED-AB0A468396AC}" srcOrd="2" destOrd="0" presId="urn:microsoft.com/office/officeart/2018/2/layout/IconLabelDescriptionList"/>
    <dgm:cxn modelId="{840EACF7-0F51-4615-8C3B-2454BD45FEEE}" type="presParOf" srcId="{854A0768-F4F7-4EDC-9BCE-C02145B86F36}" destId="{CFF6E2B9-5D27-4772-A706-035AACDFD04F}" srcOrd="3" destOrd="0" presId="urn:microsoft.com/office/officeart/2018/2/layout/IconLabelDescriptionList"/>
    <dgm:cxn modelId="{094752EF-CD96-406D-AAC5-A5135A329C06}" type="presParOf" srcId="{854A0768-F4F7-4EDC-9BCE-C02145B86F36}" destId="{C6B1D00A-B09D-4E94-9F8E-EDEFE72711C1}" srcOrd="4" destOrd="0" presId="urn:microsoft.com/office/officeart/2018/2/layout/IconLabelDescriptionList"/>
    <dgm:cxn modelId="{53FF5E00-2BCC-49B4-AA28-009FD41D523B}" type="presParOf" srcId="{E9B38C7A-4184-40D6-8EAE-3E335FE2122A}" destId="{496799B7-3EB3-4920-B21C-CE57609CB090}" srcOrd="7" destOrd="0" presId="urn:microsoft.com/office/officeart/2018/2/layout/IconLabelDescriptionList"/>
    <dgm:cxn modelId="{8077F081-5C00-4D0B-91B8-2401E7447929}" type="presParOf" srcId="{E9B38C7A-4184-40D6-8EAE-3E335FE2122A}" destId="{6970E514-4938-4A49-AA7B-5212D8824E2A}" srcOrd="8" destOrd="0" presId="urn:microsoft.com/office/officeart/2018/2/layout/IconLabelDescriptionList"/>
    <dgm:cxn modelId="{4C5614FA-6B8F-4096-8A40-0A4B43C1A837}" type="presParOf" srcId="{6970E514-4938-4A49-AA7B-5212D8824E2A}" destId="{EF7F6D5E-5278-4B59-8BFD-A6EEE7AF8FAA}" srcOrd="0" destOrd="0" presId="urn:microsoft.com/office/officeart/2018/2/layout/IconLabelDescriptionList"/>
    <dgm:cxn modelId="{AE821753-D4A3-4CFD-9D6A-9FB480AEB3AE}" type="presParOf" srcId="{6970E514-4938-4A49-AA7B-5212D8824E2A}" destId="{040920D5-1431-4F68-A788-BA85218735D2}" srcOrd="1" destOrd="0" presId="urn:microsoft.com/office/officeart/2018/2/layout/IconLabelDescriptionList"/>
    <dgm:cxn modelId="{133F9BEB-0744-498A-BE58-6079A44B993D}" type="presParOf" srcId="{6970E514-4938-4A49-AA7B-5212D8824E2A}" destId="{D8413B0F-FE24-4E0B-B3C7-9EB224F1F234}" srcOrd="2" destOrd="0" presId="urn:microsoft.com/office/officeart/2018/2/layout/IconLabelDescriptionList"/>
    <dgm:cxn modelId="{C997BA5D-45AE-4336-9186-A7301A102927}" type="presParOf" srcId="{6970E514-4938-4A49-AA7B-5212D8824E2A}" destId="{30AA9209-E4BA-487A-BFF5-E836F7786D27}" srcOrd="3" destOrd="0" presId="urn:microsoft.com/office/officeart/2018/2/layout/IconLabelDescriptionList"/>
    <dgm:cxn modelId="{E6BBFB4C-2F1B-477B-9B91-834881FC0FB3}" type="presParOf" srcId="{6970E514-4938-4A49-AA7B-5212D8824E2A}" destId="{D8B70408-B160-4126-A1E2-FC41CEA2DFFF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18B2D69-5DB6-44AC-9DB4-A5AEEC15F11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EADB0B8-6BBF-4A25-ABA1-2E4CD5D761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Programming Language:</a:t>
          </a:r>
          <a:r>
            <a:rPr lang="en-US"/>
            <a:t> Python</a:t>
          </a:r>
        </a:p>
      </dgm:t>
    </dgm:pt>
    <dgm:pt modelId="{A4149D29-28A7-4064-866C-F0D62DE7FDEE}" type="parTrans" cxnId="{152C0FEC-7F03-4864-ACD6-65C3E838DF86}">
      <dgm:prSet/>
      <dgm:spPr/>
      <dgm:t>
        <a:bodyPr/>
        <a:lstStyle/>
        <a:p>
          <a:endParaRPr lang="en-US"/>
        </a:p>
      </dgm:t>
    </dgm:pt>
    <dgm:pt modelId="{CE904FB8-347A-4293-9E13-09F9B4C02361}" type="sibTrans" cxnId="{152C0FEC-7F03-4864-ACD6-65C3E838DF8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E009785-2779-4089-B962-05C055A9FA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Deep Learning:</a:t>
          </a:r>
          <a:r>
            <a:rPr lang="en-US"/>
            <a:t> LSTM (TensorFlow / Keras)</a:t>
          </a:r>
        </a:p>
      </dgm:t>
    </dgm:pt>
    <dgm:pt modelId="{9D5B0EC4-EC9E-42C3-9441-306945BE8DD0}" type="parTrans" cxnId="{B0CBF548-1DAE-498E-A3C2-E4479E56FCB5}">
      <dgm:prSet/>
      <dgm:spPr/>
      <dgm:t>
        <a:bodyPr/>
        <a:lstStyle/>
        <a:p>
          <a:endParaRPr lang="en-US"/>
        </a:p>
      </dgm:t>
    </dgm:pt>
    <dgm:pt modelId="{EC0DAA7A-4E0E-4993-8258-49BD41E01BCE}" type="sibTrans" cxnId="{B0CBF548-1DAE-498E-A3C2-E4479E56FCB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6C7319D-45D1-4A26-A6A4-0129E52114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Data Processing:</a:t>
          </a:r>
          <a:r>
            <a:rPr lang="en-US"/>
            <a:t> NumPy, Pandas</a:t>
          </a:r>
        </a:p>
      </dgm:t>
    </dgm:pt>
    <dgm:pt modelId="{8BBF021C-EAF5-48F6-B2DF-E43B3565B38E}" type="parTrans" cxnId="{AA0175B4-7F76-440D-B643-DDCA593BB126}">
      <dgm:prSet/>
      <dgm:spPr/>
      <dgm:t>
        <a:bodyPr/>
        <a:lstStyle/>
        <a:p>
          <a:endParaRPr lang="en-US"/>
        </a:p>
      </dgm:t>
    </dgm:pt>
    <dgm:pt modelId="{73F7816D-035E-410A-9A28-64F0147D53EA}" type="sibTrans" cxnId="{AA0175B4-7F76-440D-B643-DDCA593BB12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8E99143-8A34-4B22-B1F7-AC41C572D3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Visualization:</a:t>
          </a:r>
          <a:r>
            <a:rPr lang="en-US"/>
            <a:t> Matplotlib</a:t>
          </a:r>
        </a:p>
      </dgm:t>
    </dgm:pt>
    <dgm:pt modelId="{EB11AACA-2979-4785-90B8-04233AC0C7B4}" type="parTrans" cxnId="{FB90D985-D3D5-4D1F-ACF9-A00893F9543F}">
      <dgm:prSet/>
      <dgm:spPr/>
      <dgm:t>
        <a:bodyPr/>
        <a:lstStyle/>
        <a:p>
          <a:endParaRPr lang="en-US"/>
        </a:p>
      </dgm:t>
    </dgm:pt>
    <dgm:pt modelId="{0193C9A8-B883-4849-AA6D-B211014E275E}" type="sibTrans" cxnId="{FB90D985-D3D5-4D1F-ACF9-A00893F9543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1C05891-B390-4145-93C0-FDE9B2EEE3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Web Interface:</a:t>
          </a:r>
          <a:r>
            <a:rPr lang="en-US"/>
            <a:t> Streamlit</a:t>
          </a:r>
          <a:endParaRPr lang="en-US" err="1"/>
        </a:p>
      </dgm:t>
    </dgm:pt>
    <dgm:pt modelId="{8B6FDD08-526E-40E4-ADE3-EAB01D8FF20D}" type="parTrans" cxnId="{AA865B93-2464-4CC3-97C0-77BF09A61513}">
      <dgm:prSet/>
      <dgm:spPr/>
      <dgm:t>
        <a:bodyPr/>
        <a:lstStyle/>
        <a:p>
          <a:endParaRPr lang="en-US"/>
        </a:p>
      </dgm:t>
    </dgm:pt>
    <dgm:pt modelId="{E704422B-68F4-4AB2-9D24-81FC364BADFB}" type="sibTrans" cxnId="{AA865B93-2464-4CC3-97C0-77BF09A6151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D26B703-81AE-47C7-AF58-A5299151FA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Deployment:</a:t>
          </a:r>
          <a:r>
            <a:rPr lang="en-US"/>
            <a:t> Streamlit Cloud</a:t>
          </a:r>
        </a:p>
      </dgm:t>
    </dgm:pt>
    <dgm:pt modelId="{C5BE436A-AC95-4F01-BA36-5C894B9D73F6}" type="parTrans" cxnId="{4DDAE66B-A039-4692-B9EC-15AF4BEA1132}">
      <dgm:prSet/>
      <dgm:spPr/>
      <dgm:t>
        <a:bodyPr/>
        <a:lstStyle/>
        <a:p>
          <a:endParaRPr lang="en-US"/>
        </a:p>
      </dgm:t>
    </dgm:pt>
    <dgm:pt modelId="{313F44CB-D626-42B3-A20A-A3E62673F9E9}" type="sibTrans" cxnId="{4DDAE66B-A039-4692-B9EC-15AF4BEA113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87E78BA-A218-47CD-A0E9-CA60E692D5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Version Control:</a:t>
          </a:r>
          <a:r>
            <a:rPr lang="en-US"/>
            <a:t> GitHub</a:t>
          </a:r>
        </a:p>
      </dgm:t>
    </dgm:pt>
    <dgm:pt modelId="{D986C92C-B968-459E-AF44-D398400C1EB3}" type="parTrans" cxnId="{E01FD74C-4CB0-4E8B-8520-E4A9316CEC15}">
      <dgm:prSet/>
      <dgm:spPr/>
      <dgm:t>
        <a:bodyPr/>
        <a:lstStyle/>
        <a:p>
          <a:endParaRPr lang="en-US"/>
        </a:p>
      </dgm:t>
    </dgm:pt>
    <dgm:pt modelId="{144D0673-F9BF-4371-90A0-E0FB44ADF27C}" type="sibTrans" cxnId="{E01FD74C-4CB0-4E8B-8520-E4A9316CEC1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98DCD6D-9957-45B5-8656-32786859F33D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1">
              <a:latin typeface="Calibri Light" panose="020F0302020204030204"/>
            </a:rPr>
            <a:t>Dataset :</a:t>
          </a:r>
          <a:r>
            <a:rPr lang="en-US" b="0"/>
            <a:t>MIT-BIH Arrhythmia Dataset</a:t>
          </a:r>
        </a:p>
      </dgm:t>
    </dgm:pt>
    <dgm:pt modelId="{F6A475AC-B42B-4EEA-8C34-28C72A6E9FA5}" type="parTrans" cxnId="{74DC4759-B85A-4E7C-B48D-93A89F9DDB0F}">
      <dgm:prSet/>
      <dgm:spPr/>
    </dgm:pt>
    <dgm:pt modelId="{C4BBBA6E-B6EC-45FB-BAF2-9CB97A702517}" type="sibTrans" cxnId="{74DC4759-B85A-4E7C-B48D-93A89F9DDB0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57A546E-0AB9-45EB-AAE2-0BCD59C3431E}" type="pres">
      <dgm:prSet presAssocID="{918B2D69-5DB6-44AC-9DB4-A5AEEC15F11B}" presName="root" presStyleCnt="0">
        <dgm:presLayoutVars>
          <dgm:dir/>
          <dgm:resizeHandles val="exact"/>
        </dgm:presLayoutVars>
      </dgm:prSet>
      <dgm:spPr/>
    </dgm:pt>
    <dgm:pt modelId="{40A54C13-8B3C-44AA-B9D5-B22056E40337}" type="pres">
      <dgm:prSet presAssocID="{918B2D69-5DB6-44AC-9DB4-A5AEEC15F11B}" presName="container" presStyleCnt="0">
        <dgm:presLayoutVars>
          <dgm:dir/>
          <dgm:resizeHandles val="exact"/>
        </dgm:presLayoutVars>
      </dgm:prSet>
      <dgm:spPr/>
    </dgm:pt>
    <dgm:pt modelId="{A784EDE2-1472-41AB-BB0F-ECE53BD5F6B7}" type="pres">
      <dgm:prSet presAssocID="{598DCD6D-9957-45B5-8656-32786859F33D}" presName="compNode" presStyleCnt="0"/>
      <dgm:spPr/>
    </dgm:pt>
    <dgm:pt modelId="{D757EAC3-5685-4444-B3EC-F037C5810BE8}" type="pres">
      <dgm:prSet presAssocID="{598DCD6D-9957-45B5-8656-32786859F33D}" presName="iconBgRect" presStyleLbl="bgShp" presStyleIdx="0" presStyleCnt="8"/>
      <dgm:spPr/>
    </dgm:pt>
    <dgm:pt modelId="{FA262FBA-F499-41B2-B467-072FFC902549}" type="pres">
      <dgm:prSet presAssocID="{598DCD6D-9957-45B5-8656-32786859F33D}" presName="iconRect" presStyleLbl="node1" presStyleIdx="0" presStyleCnt="8"/>
      <dgm:spPr/>
    </dgm:pt>
    <dgm:pt modelId="{E65CB5FD-1592-4D29-B65A-379A0671A7C6}" type="pres">
      <dgm:prSet presAssocID="{598DCD6D-9957-45B5-8656-32786859F33D}" presName="spaceRect" presStyleCnt="0"/>
      <dgm:spPr/>
    </dgm:pt>
    <dgm:pt modelId="{66BFCE61-7906-4DE9-9BAF-C05B6DD99EC6}" type="pres">
      <dgm:prSet presAssocID="{598DCD6D-9957-45B5-8656-32786859F33D}" presName="textRect" presStyleLbl="revTx" presStyleIdx="0" presStyleCnt="8" custLinFactNeighborY="-1321">
        <dgm:presLayoutVars>
          <dgm:chMax val="1"/>
          <dgm:chPref val="1"/>
        </dgm:presLayoutVars>
      </dgm:prSet>
      <dgm:spPr/>
    </dgm:pt>
    <dgm:pt modelId="{85AEEAC1-6A21-4E2B-B9CE-ACA054A36737}" type="pres">
      <dgm:prSet presAssocID="{C4BBBA6E-B6EC-45FB-BAF2-9CB97A702517}" presName="sibTrans" presStyleLbl="sibTrans2D1" presStyleIdx="0" presStyleCnt="0"/>
      <dgm:spPr/>
    </dgm:pt>
    <dgm:pt modelId="{BC1A05F3-BC04-4A07-870B-C55ECFA575DE}" type="pres">
      <dgm:prSet presAssocID="{1EADB0B8-6BBF-4A25-ABA1-2E4CD5D76117}" presName="compNode" presStyleCnt="0"/>
      <dgm:spPr/>
    </dgm:pt>
    <dgm:pt modelId="{3F9DF96C-2B5A-4439-943E-28CD02F21C48}" type="pres">
      <dgm:prSet presAssocID="{1EADB0B8-6BBF-4A25-ABA1-2E4CD5D76117}" presName="iconBgRect" presStyleLbl="bgShp" presStyleIdx="1" presStyleCnt="8"/>
      <dgm:spPr/>
    </dgm:pt>
    <dgm:pt modelId="{8B85A6F0-E351-47B6-972B-FC051AAE7471}" type="pres">
      <dgm:prSet presAssocID="{1EADB0B8-6BBF-4A25-ABA1-2E4CD5D76117}" presName="iconRect" presStyleLbl="node1" presStyleIdx="1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B2F2FF45-95BE-46F5-9BDA-9B04A04F9EB8}" type="pres">
      <dgm:prSet presAssocID="{1EADB0B8-6BBF-4A25-ABA1-2E4CD5D76117}" presName="spaceRect" presStyleCnt="0"/>
      <dgm:spPr/>
    </dgm:pt>
    <dgm:pt modelId="{71E4843E-0B22-4846-B081-61FC0B921DA8}" type="pres">
      <dgm:prSet presAssocID="{1EADB0B8-6BBF-4A25-ABA1-2E4CD5D76117}" presName="textRect" presStyleLbl="revTx" presStyleIdx="1" presStyleCnt="8">
        <dgm:presLayoutVars>
          <dgm:chMax val="1"/>
          <dgm:chPref val="1"/>
        </dgm:presLayoutVars>
      </dgm:prSet>
      <dgm:spPr/>
    </dgm:pt>
    <dgm:pt modelId="{7A55ABE1-BDBB-4FD8-9E58-96F2FA0FACF5}" type="pres">
      <dgm:prSet presAssocID="{CE904FB8-347A-4293-9E13-09F9B4C02361}" presName="sibTrans" presStyleLbl="sibTrans2D1" presStyleIdx="0" presStyleCnt="0"/>
      <dgm:spPr/>
    </dgm:pt>
    <dgm:pt modelId="{54838479-6982-470B-A0AF-EF8D98B78172}" type="pres">
      <dgm:prSet presAssocID="{3E009785-2779-4089-B962-05C055A9FA51}" presName="compNode" presStyleCnt="0"/>
      <dgm:spPr/>
    </dgm:pt>
    <dgm:pt modelId="{05D16546-8311-49CD-9F4F-1BDA356BE5F3}" type="pres">
      <dgm:prSet presAssocID="{3E009785-2779-4089-B962-05C055A9FA51}" presName="iconBgRect" presStyleLbl="bgShp" presStyleIdx="2" presStyleCnt="8"/>
      <dgm:spPr/>
    </dgm:pt>
    <dgm:pt modelId="{94619812-919F-40FE-8823-88CD93BC0852}" type="pres">
      <dgm:prSet presAssocID="{3E009785-2779-4089-B962-05C055A9FA51}" presName="iconRect" presStyleLbl="node1" presStyleIdx="2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A5FBB864-8A7A-4DB6-8ED1-D8E3B3FA953F}" type="pres">
      <dgm:prSet presAssocID="{3E009785-2779-4089-B962-05C055A9FA51}" presName="spaceRect" presStyleCnt="0"/>
      <dgm:spPr/>
    </dgm:pt>
    <dgm:pt modelId="{3CE18783-EA1A-4B59-8F3A-1522A0CF4257}" type="pres">
      <dgm:prSet presAssocID="{3E009785-2779-4089-B962-05C055A9FA51}" presName="textRect" presStyleLbl="revTx" presStyleIdx="2" presStyleCnt="8">
        <dgm:presLayoutVars>
          <dgm:chMax val="1"/>
          <dgm:chPref val="1"/>
        </dgm:presLayoutVars>
      </dgm:prSet>
      <dgm:spPr/>
    </dgm:pt>
    <dgm:pt modelId="{0E2815C5-9EE0-47F2-B5A5-257501BE9470}" type="pres">
      <dgm:prSet presAssocID="{EC0DAA7A-4E0E-4993-8258-49BD41E01BCE}" presName="sibTrans" presStyleLbl="sibTrans2D1" presStyleIdx="0" presStyleCnt="0"/>
      <dgm:spPr/>
    </dgm:pt>
    <dgm:pt modelId="{7DA1B0A0-A0F4-4509-8058-250A5C673F72}" type="pres">
      <dgm:prSet presAssocID="{26C7319D-45D1-4A26-A6A4-0129E5211454}" presName="compNode" presStyleCnt="0"/>
      <dgm:spPr/>
    </dgm:pt>
    <dgm:pt modelId="{E178FB43-C29F-43D3-9A9E-9F09F7157EF0}" type="pres">
      <dgm:prSet presAssocID="{26C7319D-45D1-4A26-A6A4-0129E5211454}" presName="iconBgRect" presStyleLbl="bgShp" presStyleIdx="3" presStyleCnt="8"/>
      <dgm:spPr/>
    </dgm:pt>
    <dgm:pt modelId="{CF77C735-61E7-483B-97E6-2349E133C988}" type="pres">
      <dgm:prSet presAssocID="{26C7319D-45D1-4A26-A6A4-0129E5211454}" presName="iconRect" presStyleLbl="node1" presStyleIdx="3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902689F8-EA81-4314-B6C4-66795A1A6FAE}" type="pres">
      <dgm:prSet presAssocID="{26C7319D-45D1-4A26-A6A4-0129E5211454}" presName="spaceRect" presStyleCnt="0"/>
      <dgm:spPr/>
    </dgm:pt>
    <dgm:pt modelId="{9F6F60CC-BC27-49E4-BF39-0925E7C557BE}" type="pres">
      <dgm:prSet presAssocID="{26C7319D-45D1-4A26-A6A4-0129E5211454}" presName="textRect" presStyleLbl="revTx" presStyleIdx="3" presStyleCnt="8">
        <dgm:presLayoutVars>
          <dgm:chMax val="1"/>
          <dgm:chPref val="1"/>
        </dgm:presLayoutVars>
      </dgm:prSet>
      <dgm:spPr/>
    </dgm:pt>
    <dgm:pt modelId="{EADF01A3-F698-4B32-8D80-0A92E6DD33A1}" type="pres">
      <dgm:prSet presAssocID="{73F7816D-035E-410A-9A28-64F0147D53EA}" presName="sibTrans" presStyleLbl="sibTrans2D1" presStyleIdx="0" presStyleCnt="0"/>
      <dgm:spPr/>
    </dgm:pt>
    <dgm:pt modelId="{3C0904C0-4B96-4E05-BF7C-1EEF3C9C50F2}" type="pres">
      <dgm:prSet presAssocID="{48E99143-8A34-4B22-B1F7-AC41C572D30F}" presName="compNode" presStyleCnt="0"/>
      <dgm:spPr/>
    </dgm:pt>
    <dgm:pt modelId="{235E30C1-C8D1-41B5-9CA7-1CCFC02CEDAD}" type="pres">
      <dgm:prSet presAssocID="{48E99143-8A34-4B22-B1F7-AC41C572D30F}" presName="iconBgRect" presStyleLbl="bgShp" presStyleIdx="4" presStyleCnt="8"/>
      <dgm:spPr/>
    </dgm:pt>
    <dgm:pt modelId="{78568F82-B8AD-4AB8-B044-FA730577C40B}" type="pres">
      <dgm:prSet presAssocID="{48E99143-8A34-4B22-B1F7-AC41C572D30F}" presName="iconRect" presStyleLbl="node1" presStyleIdx="4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95FCD428-D1E1-44A1-89BE-C6B526646A21}" type="pres">
      <dgm:prSet presAssocID="{48E99143-8A34-4B22-B1F7-AC41C572D30F}" presName="spaceRect" presStyleCnt="0"/>
      <dgm:spPr/>
    </dgm:pt>
    <dgm:pt modelId="{92C96042-6D99-43CE-BF44-0FB3CF7CC3DA}" type="pres">
      <dgm:prSet presAssocID="{48E99143-8A34-4B22-B1F7-AC41C572D30F}" presName="textRect" presStyleLbl="revTx" presStyleIdx="4" presStyleCnt="8">
        <dgm:presLayoutVars>
          <dgm:chMax val="1"/>
          <dgm:chPref val="1"/>
        </dgm:presLayoutVars>
      </dgm:prSet>
      <dgm:spPr/>
    </dgm:pt>
    <dgm:pt modelId="{F80779B5-9318-4941-A1AA-6A650BD99A49}" type="pres">
      <dgm:prSet presAssocID="{0193C9A8-B883-4849-AA6D-B211014E275E}" presName="sibTrans" presStyleLbl="sibTrans2D1" presStyleIdx="0" presStyleCnt="0"/>
      <dgm:spPr/>
    </dgm:pt>
    <dgm:pt modelId="{A0718C27-F226-4011-9259-A1782DE382A6}" type="pres">
      <dgm:prSet presAssocID="{B1C05891-B390-4145-93C0-FDE9B2EEE39F}" presName="compNode" presStyleCnt="0"/>
      <dgm:spPr/>
    </dgm:pt>
    <dgm:pt modelId="{988C8DA1-F018-4477-9055-581B6A0C62F3}" type="pres">
      <dgm:prSet presAssocID="{B1C05891-B390-4145-93C0-FDE9B2EEE39F}" presName="iconBgRect" presStyleLbl="bgShp" presStyleIdx="5" presStyleCnt="8"/>
      <dgm:spPr/>
    </dgm:pt>
    <dgm:pt modelId="{76375F13-A619-4A8C-B0E7-F207F3819E3A}" type="pres">
      <dgm:prSet presAssocID="{B1C05891-B390-4145-93C0-FDE9B2EEE39F}" presName="iconRect" presStyleLbl="node1" presStyleIdx="5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09AE3F7D-68BE-4690-9CE0-0667B00732C2}" type="pres">
      <dgm:prSet presAssocID="{B1C05891-B390-4145-93C0-FDE9B2EEE39F}" presName="spaceRect" presStyleCnt="0"/>
      <dgm:spPr/>
    </dgm:pt>
    <dgm:pt modelId="{5AC0FD84-5D5A-44F2-ACAA-E2B2228EDDD2}" type="pres">
      <dgm:prSet presAssocID="{B1C05891-B390-4145-93C0-FDE9B2EEE39F}" presName="textRect" presStyleLbl="revTx" presStyleIdx="5" presStyleCnt="8">
        <dgm:presLayoutVars>
          <dgm:chMax val="1"/>
          <dgm:chPref val="1"/>
        </dgm:presLayoutVars>
      </dgm:prSet>
      <dgm:spPr/>
    </dgm:pt>
    <dgm:pt modelId="{54AADC7F-5E69-4F5F-BBA0-ABB3B4B1191D}" type="pres">
      <dgm:prSet presAssocID="{E704422B-68F4-4AB2-9D24-81FC364BADFB}" presName="sibTrans" presStyleLbl="sibTrans2D1" presStyleIdx="0" presStyleCnt="0"/>
      <dgm:spPr/>
    </dgm:pt>
    <dgm:pt modelId="{3CBD076E-358A-46F2-B98F-E58D94E580D7}" type="pres">
      <dgm:prSet presAssocID="{8D26B703-81AE-47C7-AF58-A5299151FA79}" presName="compNode" presStyleCnt="0"/>
      <dgm:spPr/>
    </dgm:pt>
    <dgm:pt modelId="{635DF939-3A02-4C16-8957-6E9DA5086226}" type="pres">
      <dgm:prSet presAssocID="{8D26B703-81AE-47C7-AF58-A5299151FA79}" presName="iconBgRect" presStyleLbl="bgShp" presStyleIdx="6" presStyleCnt="8"/>
      <dgm:spPr/>
    </dgm:pt>
    <dgm:pt modelId="{1F6E8744-05D4-4BE5-A49B-6E027157F209}" type="pres">
      <dgm:prSet presAssocID="{8D26B703-81AE-47C7-AF58-A5299151FA79}" presName="iconRect" presStyleLbl="node1" presStyleIdx="6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BF46D1A1-9C1A-4D61-911B-49575B7D4A82}" type="pres">
      <dgm:prSet presAssocID="{8D26B703-81AE-47C7-AF58-A5299151FA79}" presName="spaceRect" presStyleCnt="0"/>
      <dgm:spPr/>
    </dgm:pt>
    <dgm:pt modelId="{161AA9F4-6EC0-482D-8B69-D6B5FA8C9DEF}" type="pres">
      <dgm:prSet presAssocID="{8D26B703-81AE-47C7-AF58-A5299151FA79}" presName="textRect" presStyleLbl="revTx" presStyleIdx="6" presStyleCnt="8">
        <dgm:presLayoutVars>
          <dgm:chMax val="1"/>
          <dgm:chPref val="1"/>
        </dgm:presLayoutVars>
      </dgm:prSet>
      <dgm:spPr/>
    </dgm:pt>
    <dgm:pt modelId="{8B4D7856-E07A-4F96-936B-B62A12B0BE87}" type="pres">
      <dgm:prSet presAssocID="{313F44CB-D626-42B3-A20A-A3E62673F9E9}" presName="sibTrans" presStyleLbl="sibTrans2D1" presStyleIdx="0" presStyleCnt="0"/>
      <dgm:spPr/>
    </dgm:pt>
    <dgm:pt modelId="{F91A3894-9789-4DC4-A6B2-4D5EAEE55CA1}" type="pres">
      <dgm:prSet presAssocID="{887E78BA-A218-47CD-A0E9-CA60E692D5B3}" presName="compNode" presStyleCnt="0"/>
      <dgm:spPr/>
    </dgm:pt>
    <dgm:pt modelId="{02853915-8E8D-4FC3-A1D6-0965896D6136}" type="pres">
      <dgm:prSet presAssocID="{887E78BA-A218-47CD-A0E9-CA60E692D5B3}" presName="iconBgRect" presStyleLbl="bgShp" presStyleIdx="7" presStyleCnt="8"/>
      <dgm:spPr/>
    </dgm:pt>
    <dgm:pt modelId="{69540DF5-28BB-41F9-831D-63E11301F451}" type="pres">
      <dgm:prSet presAssocID="{887E78BA-A218-47CD-A0E9-CA60E692D5B3}" presName="iconRect" presStyleLbl="node1" presStyleIdx="7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332A47FD-8EFA-459D-99A4-7FF15D11AAA2}" type="pres">
      <dgm:prSet presAssocID="{887E78BA-A218-47CD-A0E9-CA60E692D5B3}" presName="spaceRect" presStyleCnt="0"/>
      <dgm:spPr/>
    </dgm:pt>
    <dgm:pt modelId="{7CA71689-A6F3-4A03-9EE9-9A9F4B054827}" type="pres">
      <dgm:prSet presAssocID="{887E78BA-A218-47CD-A0E9-CA60E692D5B3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6C669D1C-3768-42DD-A0E0-E2F212988EC6}" type="presOf" srcId="{918B2D69-5DB6-44AC-9DB4-A5AEEC15F11B}" destId="{C57A546E-0AB9-45EB-AAE2-0BCD59C3431E}" srcOrd="0" destOrd="0" presId="urn:microsoft.com/office/officeart/2018/2/layout/IconCircleList"/>
    <dgm:cxn modelId="{FC20973A-7948-4F5A-A999-7E682E32D5E5}" type="presOf" srcId="{0193C9A8-B883-4849-AA6D-B211014E275E}" destId="{F80779B5-9318-4941-A1AA-6A650BD99A49}" srcOrd="0" destOrd="0" presId="urn:microsoft.com/office/officeart/2018/2/layout/IconCircleList"/>
    <dgm:cxn modelId="{0EDA9C65-B2C0-4A7D-AF55-5CACCA692CBE}" type="presOf" srcId="{313F44CB-D626-42B3-A20A-A3E62673F9E9}" destId="{8B4D7856-E07A-4F96-936B-B62A12B0BE87}" srcOrd="0" destOrd="0" presId="urn:microsoft.com/office/officeart/2018/2/layout/IconCircleList"/>
    <dgm:cxn modelId="{B0CBF548-1DAE-498E-A3C2-E4479E56FCB5}" srcId="{918B2D69-5DB6-44AC-9DB4-A5AEEC15F11B}" destId="{3E009785-2779-4089-B962-05C055A9FA51}" srcOrd="2" destOrd="0" parTransId="{9D5B0EC4-EC9E-42C3-9441-306945BE8DD0}" sibTransId="{EC0DAA7A-4E0E-4993-8258-49BD41E01BCE}"/>
    <dgm:cxn modelId="{4DDAE66B-A039-4692-B9EC-15AF4BEA1132}" srcId="{918B2D69-5DB6-44AC-9DB4-A5AEEC15F11B}" destId="{8D26B703-81AE-47C7-AF58-A5299151FA79}" srcOrd="6" destOrd="0" parTransId="{C5BE436A-AC95-4F01-BA36-5C894B9D73F6}" sibTransId="{313F44CB-D626-42B3-A20A-A3E62673F9E9}"/>
    <dgm:cxn modelId="{E01FD74C-4CB0-4E8B-8520-E4A9316CEC15}" srcId="{918B2D69-5DB6-44AC-9DB4-A5AEEC15F11B}" destId="{887E78BA-A218-47CD-A0E9-CA60E692D5B3}" srcOrd="7" destOrd="0" parTransId="{D986C92C-B968-459E-AF44-D398400C1EB3}" sibTransId="{144D0673-F9BF-4371-90A0-E0FB44ADF27C}"/>
    <dgm:cxn modelId="{07ADE76C-677A-49D7-B7C7-9A04D37566AB}" type="presOf" srcId="{EC0DAA7A-4E0E-4993-8258-49BD41E01BCE}" destId="{0E2815C5-9EE0-47F2-B5A5-257501BE9470}" srcOrd="0" destOrd="0" presId="urn:microsoft.com/office/officeart/2018/2/layout/IconCircleList"/>
    <dgm:cxn modelId="{4A47ED6D-6F86-46A8-B22A-AF289252AE4E}" type="presOf" srcId="{73F7816D-035E-410A-9A28-64F0147D53EA}" destId="{EADF01A3-F698-4B32-8D80-0A92E6DD33A1}" srcOrd="0" destOrd="0" presId="urn:microsoft.com/office/officeart/2018/2/layout/IconCircleList"/>
    <dgm:cxn modelId="{0CC64F55-8238-4730-B2D9-DAA17101BF6F}" type="presOf" srcId="{598DCD6D-9957-45B5-8656-32786859F33D}" destId="{66BFCE61-7906-4DE9-9BAF-C05B6DD99EC6}" srcOrd="0" destOrd="0" presId="urn:microsoft.com/office/officeart/2018/2/layout/IconCircleList"/>
    <dgm:cxn modelId="{74DC4759-B85A-4E7C-B48D-93A89F9DDB0F}" srcId="{918B2D69-5DB6-44AC-9DB4-A5AEEC15F11B}" destId="{598DCD6D-9957-45B5-8656-32786859F33D}" srcOrd="0" destOrd="0" parTransId="{F6A475AC-B42B-4EEA-8C34-28C72A6E9FA5}" sibTransId="{C4BBBA6E-B6EC-45FB-BAF2-9CB97A702517}"/>
    <dgm:cxn modelId="{FB90D985-D3D5-4D1F-ACF9-A00893F9543F}" srcId="{918B2D69-5DB6-44AC-9DB4-A5AEEC15F11B}" destId="{48E99143-8A34-4B22-B1F7-AC41C572D30F}" srcOrd="4" destOrd="0" parTransId="{EB11AACA-2979-4785-90B8-04233AC0C7B4}" sibTransId="{0193C9A8-B883-4849-AA6D-B211014E275E}"/>
    <dgm:cxn modelId="{AA865B93-2464-4CC3-97C0-77BF09A61513}" srcId="{918B2D69-5DB6-44AC-9DB4-A5AEEC15F11B}" destId="{B1C05891-B390-4145-93C0-FDE9B2EEE39F}" srcOrd="5" destOrd="0" parTransId="{8B6FDD08-526E-40E4-ADE3-EAB01D8FF20D}" sibTransId="{E704422B-68F4-4AB2-9D24-81FC364BADFB}"/>
    <dgm:cxn modelId="{DC9B5F99-8F39-4CFE-ACD6-77DE0062D70B}" type="presOf" srcId="{C4BBBA6E-B6EC-45FB-BAF2-9CB97A702517}" destId="{85AEEAC1-6A21-4E2B-B9CE-ACA054A36737}" srcOrd="0" destOrd="0" presId="urn:microsoft.com/office/officeart/2018/2/layout/IconCircleList"/>
    <dgm:cxn modelId="{6348CFA7-C5AF-4D90-AB16-B6E2E649561E}" type="presOf" srcId="{48E99143-8A34-4B22-B1F7-AC41C572D30F}" destId="{92C96042-6D99-43CE-BF44-0FB3CF7CC3DA}" srcOrd="0" destOrd="0" presId="urn:microsoft.com/office/officeart/2018/2/layout/IconCircleList"/>
    <dgm:cxn modelId="{F65961A9-AB44-440F-92F7-938D8D73CFA8}" type="presOf" srcId="{1EADB0B8-6BBF-4A25-ABA1-2E4CD5D76117}" destId="{71E4843E-0B22-4846-B081-61FC0B921DA8}" srcOrd="0" destOrd="0" presId="urn:microsoft.com/office/officeart/2018/2/layout/IconCircleList"/>
    <dgm:cxn modelId="{AA0175B4-7F76-440D-B643-DDCA593BB126}" srcId="{918B2D69-5DB6-44AC-9DB4-A5AEEC15F11B}" destId="{26C7319D-45D1-4A26-A6A4-0129E5211454}" srcOrd="3" destOrd="0" parTransId="{8BBF021C-EAF5-48F6-B2DF-E43B3565B38E}" sibTransId="{73F7816D-035E-410A-9A28-64F0147D53EA}"/>
    <dgm:cxn modelId="{F1BEFBC0-1444-40C4-8CFF-E6423EBDE642}" type="presOf" srcId="{8D26B703-81AE-47C7-AF58-A5299151FA79}" destId="{161AA9F4-6EC0-482D-8B69-D6B5FA8C9DEF}" srcOrd="0" destOrd="0" presId="urn:microsoft.com/office/officeart/2018/2/layout/IconCircleList"/>
    <dgm:cxn modelId="{ECE24CC9-B7D7-45DB-B9A9-A5BD83172717}" type="presOf" srcId="{B1C05891-B390-4145-93C0-FDE9B2EEE39F}" destId="{5AC0FD84-5D5A-44F2-ACAA-E2B2228EDDD2}" srcOrd="0" destOrd="0" presId="urn:microsoft.com/office/officeart/2018/2/layout/IconCircleList"/>
    <dgm:cxn modelId="{0558C4D4-F681-4E5B-91AA-31CD4B1C6E0C}" type="presOf" srcId="{887E78BA-A218-47CD-A0E9-CA60E692D5B3}" destId="{7CA71689-A6F3-4A03-9EE9-9A9F4B054827}" srcOrd="0" destOrd="0" presId="urn:microsoft.com/office/officeart/2018/2/layout/IconCircleList"/>
    <dgm:cxn modelId="{AAB5CFE4-7509-4A75-90B9-FF04FEE31873}" type="presOf" srcId="{CE904FB8-347A-4293-9E13-09F9B4C02361}" destId="{7A55ABE1-BDBB-4FD8-9E58-96F2FA0FACF5}" srcOrd="0" destOrd="0" presId="urn:microsoft.com/office/officeart/2018/2/layout/IconCircleList"/>
    <dgm:cxn modelId="{27B370E7-E1E3-499A-A9AB-293EED242C4F}" type="presOf" srcId="{26C7319D-45D1-4A26-A6A4-0129E5211454}" destId="{9F6F60CC-BC27-49E4-BF39-0925E7C557BE}" srcOrd="0" destOrd="0" presId="urn:microsoft.com/office/officeart/2018/2/layout/IconCircleList"/>
    <dgm:cxn modelId="{152C0FEC-7F03-4864-ACD6-65C3E838DF86}" srcId="{918B2D69-5DB6-44AC-9DB4-A5AEEC15F11B}" destId="{1EADB0B8-6BBF-4A25-ABA1-2E4CD5D76117}" srcOrd="1" destOrd="0" parTransId="{A4149D29-28A7-4064-866C-F0D62DE7FDEE}" sibTransId="{CE904FB8-347A-4293-9E13-09F9B4C02361}"/>
    <dgm:cxn modelId="{761AA3ED-8591-48E8-B5EF-40A010313581}" type="presOf" srcId="{E704422B-68F4-4AB2-9D24-81FC364BADFB}" destId="{54AADC7F-5E69-4F5F-BBA0-ABB3B4B1191D}" srcOrd="0" destOrd="0" presId="urn:microsoft.com/office/officeart/2018/2/layout/IconCircleList"/>
    <dgm:cxn modelId="{16E49FFF-0175-4215-9D76-57D155E6E82A}" type="presOf" srcId="{3E009785-2779-4089-B962-05C055A9FA51}" destId="{3CE18783-EA1A-4B59-8F3A-1522A0CF4257}" srcOrd="0" destOrd="0" presId="urn:microsoft.com/office/officeart/2018/2/layout/IconCircleList"/>
    <dgm:cxn modelId="{2783E7B4-5831-449E-86E3-280E0722C303}" type="presParOf" srcId="{C57A546E-0AB9-45EB-AAE2-0BCD59C3431E}" destId="{40A54C13-8B3C-44AA-B9D5-B22056E40337}" srcOrd="0" destOrd="0" presId="urn:microsoft.com/office/officeart/2018/2/layout/IconCircleList"/>
    <dgm:cxn modelId="{072338A0-A148-468E-98D8-0AA2E73ED14B}" type="presParOf" srcId="{40A54C13-8B3C-44AA-B9D5-B22056E40337}" destId="{A784EDE2-1472-41AB-BB0F-ECE53BD5F6B7}" srcOrd="0" destOrd="0" presId="urn:microsoft.com/office/officeart/2018/2/layout/IconCircleList"/>
    <dgm:cxn modelId="{523844D2-E593-4CBE-A73C-B0126A6E4ABB}" type="presParOf" srcId="{A784EDE2-1472-41AB-BB0F-ECE53BD5F6B7}" destId="{D757EAC3-5685-4444-B3EC-F037C5810BE8}" srcOrd="0" destOrd="0" presId="urn:microsoft.com/office/officeart/2018/2/layout/IconCircleList"/>
    <dgm:cxn modelId="{43081190-0D42-4D8E-82B6-6B567E25D144}" type="presParOf" srcId="{A784EDE2-1472-41AB-BB0F-ECE53BD5F6B7}" destId="{FA262FBA-F499-41B2-B467-072FFC902549}" srcOrd="1" destOrd="0" presId="urn:microsoft.com/office/officeart/2018/2/layout/IconCircleList"/>
    <dgm:cxn modelId="{DE2CA9F9-8200-48FF-BA05-465BB3AA581C}" type="presParOf" srcId="{A784EDE2-1472-41AB-BB0F-ECE53BD5F6B7}" destId="{E65CB5FD-1592-4D29-B65A-379A0671A7C6}" srcOrd="2" destOrd="0" presId="urn:microsoft.com/office/officeart/2018/2/layout/IconCircleList"/>
    <dgm:cxn modelId="{F46BADC6-DFC0-4ECC-A521-5A08E40807F6}" type="presParOf" srcId="{A784EDE2-1472-41AB-BB0F-ECE53BD5F6B7}" destId="{66BFCE61-7906-4DE9-9BAF-C05B6DD99EC6}" srcOrd="3" destOrd="0" presId="urn:microsoft.com/office/officeart/2018/2/layout/IconCircleList"/>
    <dgm:cxn modelId="{25D89ACB-772B-4DBA-A94A-09B5B590B7A1}" type="presParOf" srcId="{40A54C13-8B3C-44AA-B9D5-B22056E40337}" destId="{85AEEAC1-6A21-4E2B-B9CE-ACA054A36737}" srcOrd="1" destOrd="0" presId="urn:microsoft.com/office/officeart/2018/2/layout/IconCircleList"/>
    <dgm:cxn modelId="{1DC35CA8-73F3-43FE-8EFB-F82BBA7779E0}" type="presParOf" srcId="{40A54C13-8B3C-44AA-B9D5-B22056E40337}" destId="{BC1A05F3-BC04-4A07-870B-C55ECFA575DE}" srcOrd="2" destOrd="0" presId="urn:microsoft.com/office/officeart/2018/2/layout/IconCircleList"/>
    <dgm:cxn modelId="{73521D58-AD5F-42B7-9CEA-47694F53BB75}" type="presParOf" srcId="{BC1A05F3-BC04-4A07-870B-C55ECFA575DE}" destId="{3F9DF96C-2B5A-4439-943E-28CD02F21C48}" srcOrd="0" destOrd="0" presId="urn:microsoft.com/office/officeart/2018/2/layout/IconCircleList"/>
    <dgm:cxn modelId="{D2FEB3CC-66BE-4E44-936B-1922CA5DADF5}" type="presParOf" srcId="{BC1A05F3-BC04-4A07-870B-C55ECFA575DE}" destId="{8B85A6F0-E351-47B6-972B-FC051AAE7471}" srcOrd="1" destOrd="0" presId="urn:microsoft.com/office/officeart/2018/2/layout/IconCircleList"/>
    <dgm:cxn modelId="{5CF32A3F-3543-48B9-A10E-5FD3C72A7475}" type="presParOf" srcId="{BC1A05F3-BC04-4A07-870B-C55ECFA575DE}" destId="{B2F2FF45-95BE-46F5-9BDA-9B04A04F9EB8}" srcOrd="2" destOrd="0" presId="urn:microsoft.com/office/officeart/2018/2/layout/IconCircleList"/>
    <dgm:cxn modelId="{0C604DC6-439E-42B4-BC01-F5EA4A9072C6}" type="presParOf" srcId="{BC1A05F3-BC04-4A07-870B-C55ECFA575DE}" destId="{71E4843E-0B22-4846-B081-61FC0B921DA8}" srcOrd="3" destOrd="0" presId="urn:microsoft.com/office/officeart/2018/2/layout/IconCircleList"/>
    <dgm:cxn modelId="{23EC59B9-7E00-49D8-BE56-7D163017A0D9}" type="presParOf" srcId="{40A54C13-8B3C-44AA-B9D5-B22056E40337}" destId="{7A55ABE1-BDBB-4FD8-9E58-96F2FA0FACF5}" srcOrd="3" destOrd="0" presId="urn:microsoft.com/office/officeart/2018/2/layout/IconCircleList"/>
    <dgm:cxn modelId="{B009AA53-63AD-4D97-BD31-D95D256DEC2F}" type="presParOf" srcId="{40A54C13-8B3C-44AA-B9D5-B22056E40337}" destId="{54838479-6982-470B-A0AF-EF8D98B78172}" srcOrd="4" destOrd="0" presId="urn:microsoft.com/office/officeart/2018/2/layout/IconCircleList"/>
    <dgm:cxn modelId="{E14AE944-38A9-4EDE-AFCC-D941186824CC}" type="presParOf" srcId="{54838479-6982-470B-A0AF-EF8D98B78172}" destId="{05D16546-8311-49CD-9F4F-1BDA356BE5F3}" srcOrd="0" destOrd="0" presId="urn:microsoft.com/office/officeart/2018/2/layout/IconCircleList"/>
    <dgm:cxn modelId="{389A50F1-2F36-4673-8AB9-35C5360E3CBC}" type="presParOf" srcId="{54838479-6982-470B-A0AF-EF8D98B78172}" destId="{94619812-919F-40FE-8823-88CD93BC0852}" srcOrd="1" destOrd="0" presId="urn:microsoft.com/office/officeart/2018/2/layout/IconCircleList"/>
    <dgm:cxn modelId="{837B8F94-B430-4A81-B427-17F16049804C}" type="presParOf" srcId="{54838479-6982-470B-A0AF-EF8D98B78172}" destId="{A5FBB864-8A7A-4DB6-8ED1-D8E3B3FA953F}" srcOrd="2" destOrd="0" presId="urn:microsoft.com/office/officeart/2018/2/layout/IconCircleList"/>
    <dgm:cxn modelId="{4332E2D5-FC2D-4FB6-94A4-A191E64FAC88}" type="presParOf" srcId="{54838479-6982-470B-A0AF-EF8D98B78172}" destId="{3CE18783-EA1A-4B59-8F3A-1522A0CF4257}" srcOrd="3" destOrd="0" presId="urn:microsoft.com/office/officeart/2018/2/layout/IconCircleList"/>
    <dgm:cxn modelId="{C0831BDF-CFCF-4764-9A10-FA5C01FBE3DB}" type="presParOf" srcId="{40A54C13-8B3C-44AA-B9D5-B22056E40337}" destId="{0E2815C5-9EE0-47F2-B5A5-257501BE9470}" srcOrd="5" destOrd="0" presId="urn:microsoft.com/office/officeart/2018/2/layout/IconCircleList"/>
    <dgm:cxn modelId="{07254456-1F50-4289-913F-C0AEF5C8C71E}" type="presParOf" srcId="{40A54C13-8B3C-44AA-B9D5-B22056E40337}" destId="{7DA1B0A0-A0F4-4509-8058-250A5C673F72}" srcOrd="6" destOrd="0" presId="urn:microsoft.com/office/officeart/2018/2/layout/IconCircleList"/>
    <dgm:cxn modelId="{13EC2435-B1C2-42CB-BF61-E3D87422BD44}" type="presParOf" srcId="{7DA1B0A0-A0F4-4509-8058-250A5C673F72}" destId="{E178FB43-C29F-43D3-9A9E-9F09F7157EF0}" srcOrd="0" destOrd="0" presId="urn:microsoft.com/office/officeart/2018/2/layout/IconCircleList"/>
    <dgm:cxn modelId="{8649FF40-27A8-4599-B16B-22981CB35C14}" type="presParOf" srcId="{7DA1B0A0-A0F4-4509-8058-250A5C673F72}" destId="{CF77C735-61E7-483B-97E6-2349E133C988}" srcOrd="1" destOrd="0" presId="urn:microsoft.com/office/officeart/2018/2/layout/IconCircleList"/>
    <dgm:cxn modelId="{184CEA8B-286F-4763-B489-A6BC85DA8DC4}" type="presParOf" srcId="{7DA1B0A0-A0F4-4509-8058-250A5C673F72}" destId="{902689F8-EA81-4314-B6C4-66795A1A6FAE}" srcOrd="2" destOrd="0" presId="urn:microsoft.com/office/officeart/2018/2/layout/IconCircleList"/>
    <dgm:cxn modelId="{3AE690D0-F08B-479A-A1DB-779B7FAAB120}" type="presParOf" srcId="{7DA1B0A0-A0F4-4509-8058-250A5C673F72}" destId="{9F6F60CC-BC27-49E4-BF39-0925E7C557BE}" srcOrd="3" destOrd="0" presId="urn:microsoft.com/office/officeart/2018/2/layout/IconCircleList"/>
    <dgm:cxn modelId="{C5374FB3-2140-415B-A8FA-21E3AA570D9A}" type="presParOf" srcId="{40A54C13-8B3C-44AA-B9D5-B22056E40337}" destId="{EADF01A3-F698-4B32-8D80-0A92E6DD33A1}" srcOrd="7" destOrd="0" presId="urn:microsoft.com/office/officeart/2018/2/layout/IconCircleList"/>
    <dgm:cxn modelId="{C9F7215E-0ABA-4B65-AD53-CCDC9106EB71}" type="presParOf" srcId="{40A54C13-8B3C-44AA-B9D5-B22056E40337}" destId="{3C0904C0-4B96-4E05-BF7C-1EEF3C9C50F2}" srcOrd="8" destOrd="0" presId="urn:microsoft.com/office/officeart/2018/2/layout/IconCircleList"/>
    <dgm:cxn modelId="{CE0BEFC5-7D78-4DA7-984C-E29D9AC03ED9}" type="presParOf" srcId="{3C0904C0-4B96-4E05-BF7C-1EEF3C9C50F2}" destId="{235E30C1-C8D1-41B5-9CA7-1CCFC02CEDAD}" srcOrd="0" destOrd="0" presId="urn:microsoft.com/office/officeart/2018/2/layout/IconCircleList"/>
    <dgm:cxn modelId="{B94856BD-ADAA-40DF-90F9-4A450F838A1D}" type="presParOf" srcId="{3C0904C0-4B96-4E05-BF7C-1EEF3C9C50F2}" destId="{78568F82-B8AD-4AB8-B044-FA730577C40B}" srcOrd="1" destOrd="0" presId="urn:microsoft.com/office/officeart/2018/2/layout/IconCircleList"/>
    <dgm:cxn modelId="{48CD82C8-F16B-4615-92FB-04E02E4468BB}" type="presParOf" srcId="{3C0904C0-4B96-4E05-BF7C-1EEF3C9C50F2}" destId="{95FCD428-D1E1-44A1-89BE-C6B526646A21}" srcOrd="2" destOrd="0" presId="urn:microsoft.com/office/officeart/2018/2/layout/IconCircleList"/>
    <dgm:cxn modelId="{7456872E-E2AE-414A-9AA3-355E2D46D17F}" type="presParOf" srcId="{3C0904C0-4B96-4E05-BF7C-1EEF3C9C50F2}" destId="{92C96042-6D99-43CE-BF44-0FB3CF7CC3DA}" srcOrd="3" destOrd="0" presId="urn:microsoft.com/office/officeart/2018/2/layout/IconCircleList"/>
    <dgm:cxn modelId="{3BDCA1B5-8815-47BA-81BC-B6E4FE93444B}" type="presParOf" srcId="{40A54C13-8B3C-44AA-B9D5-B22056E40337}" destId="{F80779B5-9318-4941-A1AA-6A650BD99A49}" srcOrd="9" destOrd="0" presId="urn:microsoft.com/office/officeart/2018/2/layout/IconCircleList"/>
    <dgm:cxn modelId="{F4F99989-76D1-4441-B44D-2FFBEC5D1413}" type="presParOf" srcId="{40A54C13-8B3C-44AA-B9D5-B22056E40337}" destId="{A0718C27-F226-4011-9259-A1782DE382A6}" srcOrd="10" destOrd="0" presId="urn:microsoft.com/office/officeart/2018/2/layout/IconCircleList"/>
    <dgm:cxn modelId="{0E357686-4888-4132-8595-75548C6FAAE1}" type="presParOf" srcId="{A0718C27-F226-4011-9259-A1782DE382A6}" destId="{988C8DA1-F018-4477-9055-581B6A0C62F3}" srcOrd="0" destOrd="0" presId="urn:microsoft.com/office/officeart/2018/2/layout/IconCircleList"/>
    <dgm:cxn modelId="{27D2518E-8B1D-4BCF-AED8-D4A9EF15F26C}" type="presParOf" srcId="{A0718C27-F226-4011-9259-A1782DE382A6}" destId="{76375F13-A619-4A8C-B0E7-F207F3819E3A}" srcOrd="1" destOrd="0" presId="urn:microsoft.com/office/officeart/2018/2/layout/IconCircleList"/>
    <dgm:cxn modelId="{6909B420-A8D4-45C7-AE62-452890D0E8C6}" type="presParOf" srcId="{A0718C27-F226-4011-9259-A1782DE382A6}" destId="{09AE3F7D-68BE-4690-9CE0-0667B00732C2}" srcOrd="2" destOrd="0" presId="urn:microsoft.com/office/officeart/2018/2/layout/IconCircleList"/>
    <dgm:cxn modelId="{F51E9CA7-4CE3-4C4F-BCD5-C0E53C5F70D2}" type="presParOf" srcId="{A0718C27-F226-4011-9259-A1782DE382A6}" destId="{5AC0FD84-5D5A-44F2-ACAA-E2B2228EDDD2}" srcOrd="3" destOrd="0" presId="urn:microsoft.com/office/officeart/2018/2/layout/IconCircleList"/>
    <dgm:cxn modelId="{2DDEB1E4-6924-45E2-B303-9D8B2F43F6C9}" type="presParOf" srcId="{40A54C13-8B3C-44AA-B9D5-B22056E40337}" destId="{54AADC7F-5E69-4F5F-BBA0-ABB3B4B1191D}" srcOrd="11" destOrd="0" presId="urn:microsoft.com/office/officeart/2018/2/layout/IconCircleList"/>
    <dgm:cxn modelId="{181DF2AC-BDB4-449D-BC80-F002D2C8731D}" type="presParOf" srcId="{40A54C13-8B3C-44AA-B9D5-B22056E40337}" destId="{3CBD076E-358A-46F2-B98F-E58D94E580D7}" srcOrd="12" destOrd="0" presId="urn:microsoft.com/office/officeart/2018/2/layout/IconCircleList"/>
    <dgm:cxn modelId="{394DACAE-3AAE-4F01-966C-6B4751D95B19}" type="presParOf" srcId="{3CBD076E-358A-46F2-B98F-E58D94E580D7}" destId="{635DF939-3A02-4C16-8957-6E9DA5086226}" srcOrd="0" destOrd="0" presId="urn:microsoft.com/office/officeart/2018/2/layout/IconCircleList"/>
    <dgm:cxn modelId="{0EED6456-7CB0-4F0A-8F8E-3357879927C5}" type="presParOf" srcId="{3CBD076E-358A-46F2-B98F-E58D94E580D7}" destId="{1F6E8744-05D4-4BE5-A49B-6E027157F209}" srcOrd="1" destOrd="0" presId="urn:microsoft.com/office/officeart/2018/2/layout/IconCircleList"/>
    <dgm:cxn modelId="{0BE7F9F5-E0CA-40A0-96D8-BACBB8728E4D}" type="presParOf" srcId="{3CBD076E-358A-46F2-B98F-E58D94E580D7}" destId="{BF46D1A1-9C1A-4D61-911B-49575B7D4A82}" srcOrd="2" destOrd="0" presId="urn:microsoft.com/office/officeart/2018/2/layout/IconCircleList"/>
    <dgm:cxn modelId="{B7C44943-86B5-4188-A5AA-2BB04A5EAABB}" type="presParOf" srcId="{3CBD076E-358A-46F2-B98F-E58D94E580D7}" destId="{161AA9F4-6EC0-482D-8B69-D6B5FA8C9DEF}" srcOrd="3" destOrd="0" presId="urn:microsoft.com/office/officeart/2018/2/layout/IconCircleList"/>
    <dgm:cxn modelId="{91FFFFDC-FF73-4968-9A38-C40248A4B039}" type="presParOf" srcId="{40A54C13-8B3C-44AA-B9D5-B22056E40337}" destId="{8B4D7856-E07A-4F96-936B-B62A12B0BE87}" srcOrd="13" destOrd="0" presId="urn:microsoft.com/office/officeart/2018/2/layout/IconCircleList"/>
    <dgm:cxn modelId="{2300150B-E279-40D6-8AFF-FB7F5F39FD95}" type="presParOf" srcId="{40A54C13-8B3C-44AA-B9D5-B22056E40337}" destId="{F91A3894-9789-4DC4-A6B2-4D5EAEE55CA1}" srcOrd="14" destOrd="0" presId="urn:microsoft.com/office/officeart/2018/2/layout/IconCircleList"/>
    <dgm:cxn modelId="{6A3FDE62-D383-44D8-9331-E287648B8F82}" type="presParOf" srcId="{F91A3894-9789-4DC4-A6B2-4D5EAEE55CA1}" destId="{02853915-8E8D-4FC3-A1D6-0965896D6136}" srcOrd="0" destOrd="0" presId="urn:microsoft.com/office/officeart/2018/2/layout/IconCircleList"/>
    <dgm:cxn modelId="{D9F59839-E431-4EC0-BD80-2F769C12FA54}" type="presParOf" srcId="{F91A3894-9789-4DC4-A6B2-4D5EAEE55CA1}" destId="{69540DF5-28BB-41F9-831D-63E11301F451}" srcOrd="1" destOrd="0" presId="urn:microsoft.com/office/officeart/2018/2/layout/IconCircleList"/>
    <dgm:cxn modelId="{091A2575-27F6-4A71-A44C-9FF72E59C230}" type="presParOf" srcId="{F91A3894-9789-4DC4-A6B2-4D5EAEE55CA1}" destId="{332A47FD-8EFA-459D-99A4-7FF15D11AAA2}" srcOrd="2" destOrd="0" presId="urn:microsoft.com/office/officeart/2018/2/layout/IconCircleList"/>
    <dgm:cxn modelId="{EB35ACDA-09A4-40AB-A4F8-D8FCF4DF36D0}" type="presParOf" srcId="{F91A3894-9789-4DC4-A6B2-4D5EAEE55CA1}" destId="{7CA71689-A6F3-4A03-9EE9-9A9F4B05482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BA768E-36E4-47C7-A0DF-809489A4DF98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236A33-62A3-4120-A6FA-5218469A8419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Cardiovascular diseases are one of the leading causes of death worldwide.</a:t>
          </a:r>
        </a:p>
      </dsp:txBody>
      <dsp:txXfrm>
        <a:off x="0" y="0"/>
        <a:ext cx="6900512" cy="1384035"/>
      </dsp:txXfrm>
    </dsp:sp>
    <dsp:sp modelId="{9ED75443-A212-4698-A1DA-2A030831347D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9445BA-D7F3-40EB-B736-82DFEEB5396E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Manual ECG analysis is time-consuming and requires expert knowledge.</a:t>
          </a:r>
        </a:p>
      </dsp:txBody>
      <dsp:txXfrm>
        <a:off x="0" y="1384035"/>
        <a:ext cx="6900512" cy="1384035"/>
      </dsp:txXfrm>
    </dsp:sp>
    <dsp:sp modelId="{03A079AF-8A07-4CA3-99F3-1FAA2587C9E3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FBCDC2-8683-4739-9352-982DA5D50E8F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There is a need for an </a:t>
          </a:r>
          <a:r>
            <a:rPr lang="en-US" sz="2700" b="1" kern="1200"/>
            <a:t>automated system</a:t>
          </a:r>
          <a:r>
            <a:rPr lang="en-US" sz="2700" kern="1200"/>
            <a:t> to classify ECG heartbeats accurately.</a:t>
          </a:r>
        </a:p>
      </dsp:txBody>
      <dsp:txXfrm>
        <a:off x="0" y="2768070"/>
        <a:ext cx="6900512" cy="1384035"/>
      </dsp:txXfrm>
    </dsp:sp>
    <dsp:sp modelId="{7CAFEA44-DC34-4381-AB87-35886C8B42A1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8AD348-4CDD-4AC7-B2E8-59A315817516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This project aims to classify ECG signals into </a:t>
          </a:r>
          <a:r>
            <a:rPr lang="en-US" sz="2700" b="1" kern="1200"/>
            <a:t>Normal</a:t>
          </a:r>
          <a:r>
            <a:rPr lang="en-US" sz="2700" kern="1200"/>
            <a:t> and </a:t>
          </a:r>
          <a:r>
            <a:rPr lang="en-US" sz="2700" b="1" kern="1200"/>
            <a:t>Abnormal</a:t>
          </a:r>
          <a:r>
            <a:rPr lang="en-US" sz="2700" kern="1200"/>
            <a:t> categories using Deep Learning.</a:t>
          </a:r>
        </a:p>
      </dsp:txBody>
      <dsp:txXfrm>
        <a:off x="0" y="4152105"/>
        <a:ext cx="6900512" cy="13840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2CDE2A-0DF9-4851-835F-0A3E49A80EE8}">
      <dsp:nvSpPr>
        <dsp:cNvPr id="0" name=""/>
        <dsp:cNvSpPr/>
      </dsp:nvSpPr>
      <dsp:spPr>
        <a:xfrm>
          <a:off x="3557" y="719521"/>
          <a:ext cx="645257" cy="6452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35FCC1-2DBD-4811-A36D-22E69E1D04F4}">
      <dsp:nvSpPr>
        <dsp:cNvPr id="0" name=""/>
        <dsp:cNvSpPr/>
      </dsp:nvSpPr>
      <dsp:spPr>
        <a:xfrm>
          <a:off x="3557" y="1490008"/>
          <a:ext cx="1843593" cy="1085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LSTM (Long Short-Term Memory)</a:t>
          </a:r>
          <a:r>
            <a:rPr lang="en-US" sz="1400" kern="1200"/>
            <a:t> network is used to capture</a:t>
          </a:r>
          <a:br>
            <a:rPr lang="en-US" sz="1400" kern="1200"/>
          </a:br>
          <a:r>
            <a:rPr lang="en-US" sz="1400" kern="1200"/>
            <a:t>temporal patterns in ECG signals.</a:t>
          </a:r>
        </a:p>
      </dsp:txBody>
      <dsp:txXfrm>
        <a:off x="3557" y="1490008"/>
        <a:ext cx="1843593" cy="1085906"/>
      </dsp:txXfrm>
    </dsp:sp>
    <dsp:sp modelId="{4A63A8E1-5E72-4B56-A125-AFF9562F0F78}">
      <dsp:nvSpPr>
        <dsp:cNvPr id="0" name=""/>
        <dsp:cNvSpPr/>
      </dsp:nvSpPr>
      <dsp:spPr>
        <a:xfrm>
          <a:off x="3557" y="2634160"/>
          <a:ext cx="1843593" cy="997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5E03B6-00B8-4790-9DE7-CB1241F66346}">
      <dsp:nvSpPr>
        <dsp:cNvPr id="0" name=""/>
        <dsp:cNvSpPr/>
      </dsp:nvSpPr>
      <dsp:spPr>
        <a:xfrm>
          <a:off x="2169780" y="719521"/>
          <a:ext cx="645257" cy="6452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0959D1-0D31-46A6-8808-2E3656C727EE}">
      <dsp:nvSpPr>
        <dsp:cNvPr id="0" name=""/>
        <dsp:cNvSpPr/>
      </dsp:nvSpPr>
      <dsp:spPr>
        <a:xfrm>
          <a:off x="2169780" y="1490008"/>
          <a:ext cx="1843593" cy="1085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Input ECG signal shape: </a:t>
          </a:r>
          <a:r>
            <a:rPr lang="en-US" sz="1400" b="1" kern="1200"/>
            <a:t>(187 time steps × 1 feature)</a:t>
          </a:r>
          <a:endParaRPr lang="en-US" sz="1400" kern="1200"/>
        </a:p>
      </dsp:txBody>
      <dsp:txXfrm>
        <a:off x="2169780" y="1490008"/>
        <a:ext cx="1843593" cy="1085906"/>
      </dsp:txXfrm>
    </dsp:sp>
    <dsp:sp modelId="{B8181339-DCC3-4154-B5A6-77D25190F01A}">
      <dsp:nvSpPr>
        <dsp:cNvPr id="0" name=""/>
        <dsp:cNvSpPr/>
      </dsp:nvSpPr>
      <dsp:spPr>
        <a:xfrm>
          <a:off x="2169780" y="2634160"/>
          <a:ext cx="1843593" cy="997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C9D6C0-C4E6-4BE8-A7AF-4F06A426ABA7}">
      <dsp:nvSpPr>
        <dsp:cNvPr id="0" name=""/>
        <dsp:cNvSpPr/>
      </dsp:nvSpPr>
      <dsp:spPr>
        <a:xfrm>
          <a:off x="4336003" y="719521"/>
          <a:ext cx="645257" cy="6452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57DD23-FCF3-45A1-87D2-EA2C3F12A900}">
      <dsp:nvSpPr>
        <dsp:cNvPr id="0" name=""/>
        <dsp:cNvSpPr/>
      </dsp:nvSpPr>
      <dsp:spPr>
        <a:xfrm>
          <a:off x="4336003" y="1490008"/>
          <a:ext cx="1843593" cy="1085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Model Architecture:</a:t>
          </a:r>
        </a:p>
      </dsp:txBody>
      <dsp:txXfrm>
        <a:off x="4336003" y="1490008"/>
        <a:ext cx="1843593" cy="1085906"/>
      </dsp:txXfrm>
    </dsp:sp>
    <dsp:sp modelId="{A90A2EC2-EFB4-47E2-919E-C2E2CDBC332F}">
      <dsp:nvSpPr>
        <dsp:cNvPr id="0" name=""/>
        <dsp:cNvSpPr/>
      </dsp:nvSpPr>
      <dsp:spPr>
        <a:xfrm>
          <a:off x="4336003" y="2634160"/>
          <a:ext cx="1843593" cy="997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LSTM layer with 64 units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Dropout layer to reduce overfitting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Dense output layer with Sigmoid activation</a:t>
          </a:r>
        </a:p>
      </dsp:txBody>
      <dsp:txXfrm>
        <a:off x="4336003" y="2634160"/>
        <a:ext cx="1843593" cy="997655"/>
      </dsp:txXfrm>
    </dsp:sp>
    <dsp:sp modelId="{249936B9-BE54-4BF5-86F7-278BECEFF996}">
      <dsp:nvSpPr>
        <dsp:cNvPr id="0" name=""/>
        <dsp:cNvSpPr/>
      </dsp:nvSpPr>
      <dsp:spPr>
        <a:xfrm>
          <a:off x="6502225" y="448321"/>
          <a:ext cx="645257" cy="6452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D88837-4483-4BF5-A1ED-AB0A468396AC}">
      <dsp:nvSpPr>
        <dsp:cNvPr id="0" name=""/>
        <dsp:cNvSpPr/>
      </dsp:nvSpPr>
      <dsp:spPr>
        <a:xfrm>
          <a:off x="6502225" y="1218807"/>
          <a:ext cx="1843593" cy="1085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Binary classification:</a:t>
          </a:r>
        </a:p>
      </dsp:txBody>
      <dsp:txXfrm>
        <a:off x="6502225" y="1218807"/>
        <a:ext cx="1843593" cy="1085906"/>
      </dsp:txXfrm>
    </dsp:sp>
    <dsp:sp modelId="{C6B1D00A-B09D-4E94-9F8E-EDEFE72711C1}">
      <dsp:nvSpPr>
        <dsp:cNvPr id="0" name=""/>
        <dsp:cNvSpPr/>
      </dsp:nvSpPr>
      <dsp:spPr>
        <a:xfrm>
          <a:off x="6502225" y="1820559"/>
          <a:ext cx="1843593" cy="2082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Normal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Abnormal</a:t>
          </a:r>
          <a:endParaRPr lang="en-US" sz="1100" kern="1200" dirty="0"/>
        </a:p>
      </dsp:txBody>
      <dsp:txXfrm>
        <a:off x="6502225" y="1820559"/>
        <a:ext cx="1843593" cy="2082456"/>
      </dsp:txXfrm>
    </dsp:sp>
    <dsp:sp modelId="{EF7F6D5E-5278-4B59-8BFD-A6EEE7AF8FAA}">
      <dsp:nvSpPr>
        <dsp:cNvPr id="0" name=""/>
        <dsp:cNvSpPr/>
      </dsp:nvSpPr>
      <dsp:spPr>
        <a:xfrm>
          <a:off x="8668448" y="719521"/>
          <a:ext cx="645257" cy="64525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413B0F-FE24-4E0B-B3C7-9EB224F1F234}">
      <dsp:nvSpPr>
        <dsp:cNvPr id="0" name=""/>
        <dsp:cNvSpPr/>
      </dsp:nvSpPr>
      <dsp:spPr>
        <a:xfrm>
          <a:off x="8668448" y="1490008"/>
          <a:ext cx="1843593" cy="1085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Sigmoid output provides:</a:t>
          </a:r>
        </a:p>
      </dsp:txBody>
      <dsp:txXfrm>
        <a:off x="8668448" y="1490008"/>
        <a:ext cx="1843593" cy="1085906"/>
      </dsp:txXfrm>
    </dsp:sp>
    <dsp:sp modelId="{D8B70408-B160-4126-A1E2-FC41CEA2DFFF}">
      <dsp:nvSpPr>
        <dsp:cNvPr id="0" name=""/>
        <dsp:cNvSpPr/>
      </dsp:nvSpPr>
      <dsp:spPr>
        <a:xfrm>
          <a:off x="8668448" y="2634160"/>
          <a:ext cx="1843593" cy="997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Prediction label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Confidence score for reliability</a:t>
          </a:r>
        </a:p>
      </dsp:txBody>
      <dsp:txXfrm>
        <a:off x="8668448" y="2634160"/>
        <a:ext cx="1843593" cy="9976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57EAC3-5685-4444-B3EC-F037C5810BE8}">
      <dsp:nvSpPr>
        <dsp:cNvPr id="0" name=""/>
        <dsp:cNvSpPr/>
      </dsp:nvSpPr>
      <dsp:spPr>
        <a:xfrm>
          <a:off x="767882" y="60699"/>
          <a:ext cx="744088" cy="74408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262FBA-F499-41B2-B467-072FFC902549}">
      <dsp:nvSpPr>
        <dsp:cNvPr id="0" name=""/>
        <dsp:cNvSpPr/>
      </dsp:nvSpPr>
      <dsp:spPr>
        <a:xfrm>
          <a:off x="924140" y="216958"/>
          <a:ext cx="431571" cy="4315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BFCE61-7906-4DE9-9BAF-C05B6DD99EC6}">
      <dsp:nvSpPr>
        <dsp:cNvPr id="0" name=""/>
        <dsp:cNvSpPr/>
      </dsp:nvSpPr>
      <dsp:spPr>
        <a:xfrm>
          <a:off x="1671418" y="50870"/>
          <a:ext cx="1753923" cy="74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>
              <a:latin typeface="Calibri Light" panose="020F0302020204030204"/>
            </a:rPr>
            <a:t>Dataset :</a:t>
          </a:r>
          <a:r>
            <a:rPr lang="en-US" sz="1500" b="0" kern="1200"/>
            <a:t>MIT-BIH Arrhythmia Dataset</a:t>
          </a:r>
        </a:p>
      </dsp:txBody>
      <dsp:txXfrm>
        <a:off x="1671418" y="50870"/>
        <a:ext cx="1753923" cy="744088"/>
      </dsp:txXfrm>
    </dsp:sp>
    <dsp:sp modelId="{3F9DF96C-2B5A-4439-943E-28CD02F21C48}">
      <dsp:nvSpPr>
        <dsp:cNvPr id="0" name=""/>
        <dsp:cNvSpPr/>
      </dsp:nvSpPr>
      <dsp:spPr>
        <a:xfrm>
          <a:off x="3730950" y="60699"/>
          <a:ext cx="744088" cy="74408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85A6F0-E351-47B6-972B-FC051AAE7471}">
      <dsp:nvSpPr>
        <dsp:cNvPr id="0" name=""/>
        <dsp:cNvSpPr/>
      </dsp:nvSpPr>
      <dsp:spPr>
        <a:xfrm>
          <a:off x="3887208" y="216958"/>
          <a:ext cx="431571" cy="4315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E4843E-0B22-4846-B081-61FC0B921DA8}">
      <dsp:nvSpPr>
        <dsp:cNvPr id="0" name=""/>
        <dsp:cNvSpPr/>
      </dsp:nvSpPr>
      <dsp:spPr>
        <a:xfrm>
          <a:off x="4634486" y="60699"/>
          <a:ext cx="1753923" cy="74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Programming Language:</a:t>
          </a:r>
          <a:r>
            <a:rPr lang="en-US" sz="1500" kern="1200"/>
            <a:t> Python</a:t>
          </a:r>
        </a:p>
      </dsp:txBody>
      <dsp:txXfrm>
        <a:off x="4634486" y="60699"/>
        <a:ext cx="1753923" cy="744088"/>
      </dsp:txXfrm>
    </dsp:sp>
    <dsp:sp modelId="{05D16546-8311-49CD-9F4F-1BDA356BE5F3}">
      <dsp:nvSpPr>
        <dsp:cNvPr id="0" name=""/>
        <dsp:cNvSpPr/>
      </dsp:nvSpPr>
      <dsp:spPr>
        <a:xfrm>
          <a:off x="6694017" y="60699"/>
          <a:ext cx="744088" cy="74408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619812-919F-40FE-8823-88CD93BC0852}">
      <dsp:nvSpPr>
        <dsp:cNvPr id="0" name=""/>
        <dsp:cNvSpPr/>
      </dsp:nvSpPr>
      <dsp:spPr>
        <a:xfrm>
          <a:off x="6850276" y="216958"/>
          <a:ext cx="431571" cy="4315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18783-EA1A-4B59-8F3A-1522A0CF4257}">
      <dsp:nvSpPr>
        <dsp:cNvPr id="0" name=""/>
        <dsp:cNvSpPr/>
      </dsp:nvSpPr>
      <dsp:spPr>
        <a:xfrm>
          <a:off x="7597554" y="60699"/>
          <a:ext cx="1753923" cy="74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Deep Learning:</a:t>
          </a:r>
          <a:r>
            <a:rPr lang="en-US" sz="1500" kern="1200"/>
            <a:t> LSTM (TensorFlow / Keras)</a:t>
          </a:r>
        </a:p>
      </dsp:txBody>
      <dsp:txXfrm>
        <a:off x="7597554" y="60699"/>
        <a:ext cx="1753923" cy="744088"/>
      </dsp:txXfrm>
    </dsp:sp>
    <dsp:sp modelId="{E178FB43-C29F-43D3-9A9E-9F09F7157EF0}">
      <dsp:nvSpPr>
        <dsp:cNvPr id="0" name=""/>
        <dsp:cNvSpPr/>
      </dsp:nvSpPr>
      <dsp:spPr>
        <a:xfrm>
          <a:off x="767882" y="1411035"/>
          <a:ext cx="744088" cy="74408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77C735-61E7-483B-97E6-2349E133C988}">
      <dsp:nvSpPr>
        <dsp:cNvPr id="0" name=""/>
        <dsp:cNvSpPr/>
      </dsp:nvSpPr>
      <dsp:spPr>
        <a:xfrm>
          <a:off x="924140" y="1567294"/>
          <a:ext cx="431571" cy="4315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6F60CC-BC27-49E4-BF39-0925E7C557BE}">
      <dsp:nvSpPr>
        <dsp:cNvPr id="0" name=""/>
        <dsp:cNvSpPr/>
      </dsp:nvSpPr>
      <dsp:spPr>
        <a:xfrm>
          <a:off x="1671418" y="1411035"/>
          <a:ext cx="1753923" cy="74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Data Processing:</a:t>
          </a:r>
          <a:r>
            <a:rPr lang="en-US" sz="1500" kern="1200"/>
            <a:t> NumPy, Pandas</a:t>
          </a:r>
        </a:p>
      </dsp:txBody>
      <dsp:txXfrm>
        <a:off x="1671418" y="1411035"/>
        <a:ext cx="1753923" cy="744088"/>
      </dsp:txXfrm>
    </dsp:sp>
    <dsp:sp modelId="{235E30C1-C8D1-41B5-9CA7-1CCFC02CEDAD}">
      <dsp:nvSpPr>
        <dsp:cNvPr id="0" name=""/>
        <dsp:cNvSpPr/>
      </dsp:nvSpPr>
      <dsp:spPr>
        <a:xfrm>
          <a:off x="3730950" y="1411035"/>
          <a:ext cx="744088" cy="74408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568F82-B8AD-4AB8-B044-FA730577C40B}">
      <dsp:nvSpPr>
        <dsp:cNvPr id="0" name=""/>
        <dsp:cNvSpPr/>
      </dsp:nvSpPr>
      <dsp:spPr>
        <a:xfrm>
          <a:off x="3887208" y="1567294"/>
          <a:ext cx="431571" cy="4315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C96042-6D99-43CE-BF44-0FB3CF7CC3DA}">
      <dsp:nvSpPr>
        <dsp:cNvPr id="0" name=""/>
        <dsp:cNvSpPr/>
      </dsp:nvSpPr>
      <dsp:spPr>
        <a:xfrm>
          <a:off x="4634486" y="1411035"/>
          <a:ext cx="1753923" cy="74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Visualization:</a:t>
          </a:r>
          <a:r>
            <a:rPr lang="en-US" sz="1500" kern="1200"/>
            <a:t> Matplotlib</a:t>
          </a:r>
        </a:p>
      </dsp:txBody>
      <dsp:txXfrm>
        <a:off x="4634486" y="1411035"/>
        <a:ext cx="1753923" cy="744088"/>
      </dsp:txXfrm>
    </dsp:sp>
    <dsp:sp modelId="{988C8DA1-F018-4477-9055-581B6A0C62F3}">
      <dsp:nvSpPr>
        <dsp:cNvPr id="0" name=""/>
        <dsp:cNvSpPr/>
      </dsp:nvSpPr>
      <dsp:spPr>
        <a:xfrm>
          <a:off x="6694017" y="1411035"/>
          <a:ext cx="744088" cy="74408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375F13-A619-4A8C-B0E7-F207F3819E3A}">
      <dsp:nvSpPr>
        <dsp:cNvPr id="0" name=""/>
        <dsp:cNvSpPr/>
      </dsp:nvSpPr>
      <dsp:spPr>
        <a:xfrm>
          <a:off x="6850276" y="1567294"/>
          <a:ext cx="431571" cy="43157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C0FD84-5D5A-44F2-ACAA-E2B2228EDDD2}">
      <dsp:nvSpPr>
        <dsp:cNvPr id="0" name=""/>
        <dsp:cNvSpPr/>
      </dsp:nvSpPr>
      <dsp:spPr>
        <a:xfrm>
          <a:off x="7597554" y="1411035"/>
          <a:ext cx="1753923" cy="74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Web Interface:</a:t>
          </a:r>
          <a:r>
            <a:rPr lang="en-US" sz="1500" kern="1200"/>
            <a:t> Streamlit</a:t>
          </a:r>
          <a:endParaRPr lang="en-US" sz="1500" kern="1200" err="1"/>
        </a:p>
      </dsp:txBody>
      <dsp:txXfrm>
        <a:off x="7597554" y="1411035"/>
        <a:ext cx="1753923" cy="744088"/>
      </dsp:txXfrm>
    </dsp:sp>
    <dsp:sp modelId="{635DF939-3A02-4C16-8957-6E9DA5086226}">
      <dsp:nvSpPr>
        <dsp:cNvPr id="0" name=""/>
        <dsp:cNvSpPr/>
      </dsp:nvSpPr>
      <dsp:spPr>
        <a:xfrm>
          <a:off x="767882" y="2761371"/>
          <a:ext cx="744088" cy="74408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6E8744-05D4-4BE5-A49B-6E027157F209}">
      <dsp:nvSpPr>
        <dsp:cNvPr id="0" name=""/>
        <dsp:cNvSpPr/>
      </dsp:nvSpPr>
      <dsp:spPr>
        <a:xfrm>
          <a:off x="924140" y="2917630"/>
          <a:ext cx="431571" cy="43157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1AA9F4-6EC0-482D-8B69-D6B5FA8C9DEF}">
      <dsp:nvSpPr>
        <dsp:cNvPr id="0" name=""/>
        <dsp:cNvSpPr/>
      </dsp:nvSpPr>
      <dsp:spPr>
        <a:xfrm>
          <a:off x="1671418" y="2761371"/>
          <a:ext cx="1753923" cy="74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Deployment:</a:t>
          </a:r>
          <a:r>
            <a:rPr lang="en-US" sz="1500" kern="1200"/>
            <a:t> Streamlit Cloud</a:t>
          </a:r>
        </a:p>
      </dsp:txBody>
      <dsp:txXfrm>
        <a:off x="1671418" y="2761371"/>
        <a:ext cx="1753923" cy="744088"/>
      </dsp:txXfrm>
    </dsp:sp>
    <dsp:sp modelId="{02853915-8E8D-4FC3-A1D6-0965896D6136}">
      <dsp:nvSpPr>
        <dsp:cNvPr id="0" name=""/>
        <dsp:cNvSpPr/>
      </dsp:nvSpPr>
      <dsp:spPr>
        <a:xfrm>
          <a:off x="3730950" y="2761371"/>
          <a:ext cx="744088" cy="74408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540DF5-28BB-41F9-831D-63E11301F451}">
      <dsp:nvSpPr>
        <dsp:cNvPr id="0" name=""/>
        <dsp:cNvSpPr/>
      </dsp:nvSpPr>
      <dsp:spPr>
        <a:xfrm>
          <a:off x="3887208" y="2917630"/>
          <a:ext cx="431571" cy="43157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A71689-A6F3-4A03-9EE9-9A9F4B054827}">
      <dsp:nvSpPr>
        <dsp:cNvPr id="0" name=""/>
        <dsp:cNvSpPr/>
      </dsp:nvSpPr>
      <dsp:spPr>
        <a:xfrm>
          <a:off x="4634486" y="2761371"/>
          <a:ext cx="1753923" cy="74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Version Control:</a:t>
          </a:r>
          <a:r>
            <a:rPr lang="en-US" sz="1500" kern="1200"/>
            <a:t> GitHub</a:t>
          </a:r>
        </a:p>
      </dsp:txBody>
      <dsp:txXfrm>
        <a:off x="4634486" y="2761371"/>
        <a:ext cx="1753923" cy="7440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1CB2-7C5A-CEEC-42E2-D3A3135C2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4A9D9A-DB2F-9189-D102-78D7A675E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8F9D5-F069-E9D1-AAD3-2281EB89E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D605-D80F-4AF5-A848-0F8532043C1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DD750-A0EF-0A4B-0428-DEDCB1EC8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CB44A-3978-A0BF-FFEB-C3BD53CF3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9BD6-9509-420D-8BED-7729564CA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169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5FC28-3814-C1B6-3B98-08AB51AE2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088AC-9343-D7EB-6BFA-317E371E3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230BF-16BB-CB81-D99A-FF89A5B03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D605-D80F-4AF5-A848-0F8532043C1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74AE6-6DF2-C4EC-93F6-2B3C7A262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2A02A-F2A8-1A09-ACDF-A5403F887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9BD6-9509-420D-8BED-7729564CA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90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7CE63-6FD2-7828-3B44-7168DE117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770A4-AD22-5C61-4A69-9AFB0E8FE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E58B5-6909-6430-8954-731E830C3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D605-D80F-4AF5-A848-0F8532043C1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CA990-382D-0C2C-8612-228C05B3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7C357-D14A-330B-EE40-CD6290447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9BD6-9509-420D-8BED-7729564CA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132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85712-40AA-3399-A687-EC4FCB4CA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505DF-89FF-A424-C202-3CFDD9A87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80C66-757F-CC16-35BD-B75C569E5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780B2-EC52-72A9-69A4-02133E0E8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D605-D80F-4AF5-A848-0F8532043C1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793FE7-9CA6-5CE8-C9EB-8FBF8E677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9045D-B025-050B-9716-B2E8F3B4A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9BD6-9509-420D-8BED-7729564CA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41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1EB7-7A10-8C37-03ED-F6BA7063F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1BC8B-931E-1FA5-0960-9DD55548C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A06F44-EF60-0082-1D1B-D2AA5E7FA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78A9B-EE46-DC11-59C4-944F8D2E4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042A83-29AF-800A-9945-2DF46A1CFF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03285B-519A-6C60-1F62-70C3265E6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D605-D80F-4AF5-A848-0F8532043C1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8A4303-5E55-3B22-3EAE-8B8FDF247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7F447-E21A-02FE-852E-58AF1F1B8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9BD6-9509-420D-8BED-7729564CA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188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AD777-B455-7EBD-488D-B4D539257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6E2DE7-E0B5-5244-5519-13BE63F40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D605-D80F-4AF5-A848-0F8532043C1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1D70C7-5F43-382E-13B8-9F47F9CAB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BB6FBE-6ED3-A339-C3DA-69A819C7F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9BD6-9509-420D-8BED-7729564CA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378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26B26B-2A88-8689-E71D-6F3883F7E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D605-D80F-4AF5-A848-0F8532043C1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39BC5-2BA9-6E2C-D4CF-BB7208869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0764D-537D-C821-2343-5FF98F1E5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9BD6-9509-420D-8BED-7729564CA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440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3CDE9-3BF3-90EF-3CAE-FE6589907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9D5AD-039A-C23A-FF49-F95E80947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0CFF89-CF97-8403-746D-9DD6EB499B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0B1FD-9443-07CB-A536-563E35572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D605-D80F-4AF5-A848-0F8532043C1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DCAE2D-589B-786A-F686-B952E4AEA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A0A7A-3EFB-72A4-F74C-E36626ED9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9BD6-9509-420D-8BED-7729564CA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92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AB462-80A8-B214-469C-427D41305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15CC49-3F63-2798-EAF5-F7BCE148D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FF0869-8D76-4E1A-5693-DC5CE1EE7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DEFD9-57C2-A0DB-A76B-683C9DB66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D605-D80F-4AF5-A848-0F8532043C1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A1D583-5562-AA07-446E-C0361E132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D34453-8740-D7C2-184C-564B8198D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9BD6-9509-420D-8BED-7729564CA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310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801DD-5C7E-8010-1E19-CD49863F1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D95BE2-40FA-8409-88F6-76C097928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DA266-24EF-90F7-1634-092145F4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D605-D80F-4AF5-A848-0F8532043C1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0E3F8-6313-8B80-157F-4DF568350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F6AD-4336-4E07-7009-6AF49D6F4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9BD6-9509-420D-8BED-7729564CA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285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5F8212-0585-7ACC-A178-61D7716BB2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4D00E5-CD68-4933-DCAC-0617E230F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3AD93-2329-227C-FBF4-C8402B1C6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D605-D80F-4AF5-A848-0F8532043C1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66233-4D5C-5C9C-CB90-8DEA873AF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7445B-F6F3-40B0-A833-5AD039E8C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9BD6-9509-420D-8BED-7729564CA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95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A2DE04-5F46-042D-7D8A-7F000DD10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E527B-B9E1-210E-3062-F1B48CA99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05A21-3546-171A-FA5D-A51048C3A3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9D605-D80F-4AF5-A848-0F8532043C1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D250E-975D-3CBC-F9E3-B98A054DBB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2316D-E15D-1B38-78C0-20CC962DF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E9BD6-9509-420D-8BED-7729564CA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537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BEB160-9B66-44B3-C042-D8EA06A16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3000" b="1"/>
              <a:t>Title:</a:t>
            </a:r>
            <a:br>
              <a:rPr lang="en-US" sz="3000" b="1"/>
            </a:br>
            <a:r>
              <a:rPr lang="en-US" sz="3000" b="1"/>
              <a:t>ECG Heartbeat Classification using LSTM</a:t>
            </a:r>
            <a:br>
              <a:rPr lang="en-US" sz="3000" b="1"/>
            </a:br>
            <a:endParaRPr lang="en-US" sz="3000" b="1"/>
          </a:p>
        </p:txBody>
      </p:sp>
      <p:sp>
        <p:nvSpPr>
          <p:cNvPr id="3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42995-B6CD-EB7F-7EA0-849397340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1700" b="1"/>
              <a:t>Subtitle:</a:t>
            </a:r>
            <a:br>
              <a:rPr lang="en-US" sz="1700"/>
            </a:br>
            <a:r>
              <a:rPr lang="en-US" sz="1700"/>
              <a:t>Deep Learning based Heartbeat Analysis</a:t>
            </a:r>
          </a:p>
          <a:p>
            <a:endParaRPr lang="en-US" sz="1700"/>
          </a:p>
          <a:p>
            <a:r>
              <a:rPr lang="en-US" sz="1700" b="1"/>
              <a:t>Presented by:</a:t>
            </a:r>
            <a:br>
              <a:rPr lang="en-US" sz="1700"/>
            </a:br>
            <a:r>
              <a:rPr lang="en-US" sz="1700"/>
              <a:t>C.Vasu Sagar-23CS002663</a:t>
            </a:r>
          </a:p>
          <a:p>
            <a:pPr marL="0" indent="0">
              <a:buNone/>
            </a:pPr>
            <a:r>
              <a:rPr lang="en-US" sz="1700"/>
              <a:t>     T.Syam Sundar- 23CS002700</a:t>
            </a:r>
          </a:p>
          <a:p>
            <a:endParaRPr lang="en-US" sz="1700"/>
          </a:p>
          <a:p>
            <a:r>
              <a:rPr lang="en-US" sz="1700" b="1"/>
              <a:t>Technology:</a:t>
            </a:r>
            <a:r>
              <a:rPr lang="en-US" sz="1700"/>
              <a:t> Python, LSTM, Streamlit</a:t>
            </a:r>
            <a:br>
              <a:rPr lang="en-US" sz="1700"/>
            </a:br>
            <a:endParaRPr lang="en-US" sz="1700"/>
          </a:p>
        </p:txBody>
      </p:sp>
      <p:pic>
        <p:nvPicPr>
          <p:cNvPr id="18" name="Picture 17" descr="A picture of an electromagnetic radiation">
            <a:extLst>
              <a:ext uri="{FF2B5EF4-FFF2-40B4-BE49-F238E27FC236}">
                <a16:creationId xmlns:a16="http://schemas.microsoft.com/office/drawing/2014/main" id="{7CE2EF9F-88CA-D77A-66A6-4FCA6AFECB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71" r="16627" b="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37327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78DCF9-B261-7342-FDA0-A2F810ADF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 b="1"/>
              <a:t>PROBLEM STATEMENT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D7114A5D-E8AE-88BF-AD55-1E9EF00C97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689335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3397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476A02-E4E7-23C2-FFF4-4D02ED9EE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b="1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1A6E6-22D6-756A-6CB2-77FDD8F67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2000" dirty="0"/>
              <a:t>ECG data is collected in CSV format.</a:t>
            </a:r>
          </a:p>
          <a:p>
            <a:r>
              <a:rPr lang="en-US" sz="2000" dirty="0"/>
              <a:t>Data preprocessing is done using </a:t>
            </a:r>
            <a:r>
              <a:rPr lang="en-US" sz="2000" b="1" dirty="0" err="1"/>
              <a:t>MinMaxScaler</a:t>
            </a:r>
            <a:r>
              <a:rPr lang="en-US" sz="2000" dirty="0"/>
              <a:t>.</a:t>
            </a:r>
          </a:p>
          <a:p>
            <a:r>
              <a:rPr lang="en-US" sz="2000" dirty="0"/>
              <a:t>ECG signals are reshaped for LSTM input.</a:t>
            </a:r>
          </a:p>
          <a:p>
            <a:r>
              <a:rPr lang="en-US" sz="2000" dirty="0"/>
              <a:t>An </a:t>
            </a:r>
            <a:r>
              <a:rPr lang="en-US" sz="2000" b="1" dirty="0"/>
              <a:t>LSTM neural network</a:t>
            </a:r>
            <a:r>
              <a:rPr lang="en-US" sz="2000" dirty="0"/>
              <a:t> is trained for heartbeat classification.</a:t>
            </a:r>
          </a:p>
          <a:p>
            <a:r>
              <a:rPr lang="en-US" sz="2000" dirty="0"/>
              <a:t>The trained model is saved and deployed using </a:t>
            </a:r>
            <a:r>
              <a:rPr lang="en-US" sz="2000" b="1" dirty="0" err="1"/>
              <a:t>Streamlit</a:t>
            </a:r>
            <a:r>
              <a:rPr lang="en-US" sz="2000" dirty="0"/>
              <a:t>.</a:t>
            </a:r>
          </a:p>
          <a:p>
            <a:r>
              <a:rPr lang="en-US" sz="2000" dirty="0"/>
              <a:t>User uploads ECG data → model predicts the result.</a:t>
            </a:r>
          </a:p>
          <a:p>
            <a:endParaRPr lang="en-US" sz="2000" dirty="0"/>
          </a:p>
        </p:txBody>
      </p:sp>
      <p:pic>
        <p:nvPicPr>
          <p:cNvPr id="5" name="Picture 4" descr="A picture of an electromagnetic radiation">
            <a:extLst>
              <a:ext uri="{FF2B5EF4-FFF2-40B4-BE49-F238E27FC236}">
                <a16:creationId xmlns:a16="http://schemas.microsoft.com/office/drawing/2014/main" id="{71E3E03E-7138-6138-E456-E214C1C784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779" r="24234" b="-3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004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B95800-5FC0-7BD2-0EA8-A81317368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600" b="1">
                <a:ea typeface="+mj-lt"/>
                <a:cs typeface="+mj-lt"/>
              </a:rPr>
              <a:t>PREDICTION PIPELINE &amp; DEPLOYMENT FLOW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6F1F6-C51A-5BD6-6C4F-BFF3D53E8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500">
                <a:ea typeface="+mn-lt"/>
                <a:cs typeface="+mn-lt"/>
              </a:rPr>
              <a:t>The same </a:t>
            </a:r>
            <a:r>
              <a:rPr lang="en-US" sz="1500" b="1">
                <a:ea typeface="+mn-lt"/>
                <a:cs typeface="+mn-lt"/>
              </a:rPr>
              <a:t>MinMaxScaler</a:t>
            </a:r>
            <a:r>
              <a:rPr lang="en-US" sz="1500">
                <a:ea typeface="+mn-lt"/>
                <a:cs typeface="+mn-lt"/>
              </a:rPr>
              <a:t> used during training is saved (</a:t>
            </a:r>
            <a:r>
              <a:rPr lang="en-US" sz="1500">
                <a:latin typeface="Consolas"/>
              </a:rPr>
              <a:t>scaler.pkl</a:t>
            </a:r>
            <a:r>
              <a:rPr lang="en-US" sz="1500">
                <a:ea typeface="+mn-lt"/>
                <a:cs typeface="+mn-lt"/>
              </a:rPr>
              <a:t>)</a:t>
            </a:r>
            <a:br>
              <a:rPr lang="en-US" sz="1500">
                <a:ea typeface="+mn-lt"/>
                <a:cs typeface="+mn-lt"/>
              </a:rPr>
            </a:br>
            <a:r>
              <a:rPr lang="en-US" sz="1500">
                <a:ea typeface="+mn-lt"/>
                <a:cs typeface="+mn-lt"/>
              </a:rPr>
              <a:t> to ensure consistent normalization during prediction.</a:t>
            </a:r>
            <a:endParaRPr lang="en-US" sz="1500">
              <a:ea typeface="Calibri" panose="020F0502020204030204"/>
              <a:cs typeface="Calibri" panose="020F0502020204030204"/>
            </a:endParaRPr>
          </a:p>
          <a:p>
            <a:r>
              <a:rPr lang="en-US" sz="1500">
                <a:ea typeface="+mn-lt"/>
                <a:cs typeface="+mn-lt"/>
              </a:rPr>
              <a:t>Uploaded ECG data is processed as follows:</a:t>
            </a:r>
            <a:endParaRPr lang="en-US" sz="1500"/>
          </a:p>
          <a:p>
            <a:pPr lvl="1"/>
            <a:r>
              <a:rPr lang="en-US" sz="1500">
                <a:ea typeface="+mn-lt"/>
                <a:cs typeface="+mn-lt"/>
              </a:rPr>
              <a:t>ECG values reshaped to </a:t>
            </a:r>
            <a:r>
              <a:rPr lang="en-US" sz="1500" b="1">
                <a:ea typeface="+mn-lt"/>
                <a:cs typeface="+mn-lt"/>
              </a:rPr>
              <a:t>(1, 187)</a:t>
            </a:r>
            <a:endParaRPr lang="en-US" sz="1500"/>
          </a:p>
          <a:p>
            <a:pPr lvl="1"/>
            <a:r>
              <a:rPr lang="en-US" sz="1500">
                <a:ea typeface="+mn-lt"/>
                <a:cs typeface="+mn-lt"/>
              </a:rPr>
              <a:t>Normalized using the trained scaler</a:t>
            </a:r>
            <a:endParaRPr lang="en-US" sz="1500"/>
          </a:p>
          <a:p>
            <a:pPr lvl="1"/>
            <a:r>
              <a:rPr lang="en-US" sz="1500">
                <a:ea typeface="+mn-lt"/>
                <a:cs typeface="+mn-lt"/>
              </a:rPr>
              <a:t>Reshaped to </a:t>
            </a:r>
            <a:r>
              <a:rPr lang="en-US" sz="1500" b="1">
                <a:ea typeface="+mn-lt"/>
                <a:cs typeface="+mn-lt"/>
              </a:rPr>
              <a:t>(1, 187, 1)</a:t>
            </a:r>
            <a:r>
              <a:rPr lang="en-US" sz="1500">
                <a:ea typeface="+mn-lt"/>
                <a:cs typeface="+mn-lt"/>
              </a:rPr>
              <a:t> for LSTM input</a:t>
            </a:r>
            <a:endParaRPr lang="en-US" sz="1500"/>
          </a:p>
          <a:p>
            <a:r>
              <a:rPr lang="en-US" sz="1500">
                <a:ea typeface="+mn-lt"/>
                <a:cs typeface="+mn-lt"/>
              </a:rPr>
              <a:t>The trained LSTM model predicts the probability of abnormal heartbeat.</a:t>
            </a:r>
            <a:endParaRPr lang="en-US" sz="1500"/>
          </a:p>
          <a:p>
            <a:r>
              <a:rPr lang="en-US" sz="1500">
                <a:ea typeface="+mn-lt"/>
                <a:cs typeface="+mn-lt"/>
              </a:rPr>
              <a:t>Based on the confidence score:</a:t>
            </a:r>
            <a:endParaRPr lang="en-US" sz="1500"/>
          </a:p>
          <a:p>
            <a:pPr lvl="1"/>
            <a:r>
              <a:rPr lang="en-US" sz="1500" b="1">
                <a:ea typeface="+mn-lt"/>
                <a:cs typeface="+mn-lt"/>
              </a:rPr>
              <a:t>Normal</a:t>
            </a:r>
            <a:r>
              <a:rPr lang="en-US" sz="1500">
                <a:ea typeface="+mn-lt"/>
                <a:cs typeface="+mn-lt"/>
              </a:rPr>
              <a:t> → probability ≤ 0.5</a:t>
            </a:r>
            <a:endParaRPr lang="en-US" sz="1500"/>
          </a:p>
          <a:p>
            <a:pPr lvl="1"/>
            <a:r>
              <a:rPr lang="en-US" sz="1500" b="1">
                <a:ea typeface="+mn-lt"/>
                <a:cs typeface="+mn-lt"/>
              </a:rPr>
              <a:t>Abnormal</a:t>
            </a:r>
            <a:r>
              <a:rPr lang="en-US" sz="1500">
                <a:ea typeface="+mn-lt"/>
                <a:cs typeface="+mn-lt"/>
              </a:rPr>
              <a:t> → probability &gt; 0.5</a:t>
            </a:r>
            <a:endParaRPr lang="en-US" sz="1500"/>
          </a:p>
          <a:p>
            <a:r>
              <a:rPr lang="en-US" sz="1500">
                <a:ea typeface="+mn-lt"/>
                <a:cs typeface="+mn-lt"/>
              </a:rPr>
              <a:t>Streamlit provides a web-based interface where:</a:t>
            </a:r>
            <a:endParaRPr lang="en-US" sz="1500"/>
          </a:p>
          <a:p>
            <a:pPr lvl="1"/>
            <a:r>
              <a:rPr lang="en-US" sz="1500">
                <a:ea typeface="+mn-lt"/>
                <a:cs typeface="+mn-lt"/>
              </a:rPr>
              <a:t>Users upload ECG CSV files</a:t>
            </a:r>
            <a:endParaRPr lang="en-US" sz="1500"/>
          </a:p>
          <a:p>
            <a:pPr lvl="1"/>
            <a:r>
              <a:rPr lang="en-US" sz="1500">
                <a:ea typeface="+mn-lt"/>
                <a:cs typeface="+mn-lt"/>
              </a:rPr>
              <a:t>Model runs automatically after upload</a:t>
            </a:r>
            <a:endParaRPr lang="en-US" sz="1500"/>
          </a:p>
          <a:p>
            <a:pPr lvl="1"/>
            <a:r>
              <a:rPr lang="en-US" sz="1500">
                <a:ea typeface="+mn-lt"/>
                <a:cs typeface="+mn-lt"/>
              </a:rPr>
              <a:t>Prediction result and ECG waveform are displayed</a:t>
            </a:r>
            <a:endParaRPr lang="en-US" sz="1500"/>
          </a:p>
          <a:p>
            <a:endParaRPr lang="en-US" sz="15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7114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2917CF0-5CF5-CAD7-804C-5DE0581EE3C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8605" r="11315" b="175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9DD92F-31E9-D928-383C-8AE268B3A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MODEL ARCHITECTURE &amp; KEY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CF3337-7B83-C06F-5D03-88134E3DDA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951409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38135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B39972-4234-C32D-E6EA-1905B1D3E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chemeClr val="tx2"/>
                </a:solidFill>
              </a:rPr>
              <a:t>DATASET &amp; TECHNOLOGIES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6566969-F813-4CC5-B3E9-363D85B55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881264" y="-5116"/>
            <a:ext cx="3318648" cy="2490264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8CF66C-45E2-456B-92B0-9E97A331D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65D590E-D70D-4D25-B853-D5208F2AA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231501E-3F84-4705-A001-13995FA6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52617E4-47FD-4C38-8F70-93BF9B125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217D733-97B6-4C43-AF0C-5E3CB0EA1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07887"/>
            <a:ext cx="2605762" cy="2252847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D288266-7E76-4D4A-BAAC-E233FA013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697F88A-8624-4BA2-AF06-E6C3A52F0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A77163-C052-481C-9DCF-68C23ACA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2B425B5-0A0E-4B85-B718-E5DA73431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2" name="Content Placeholder 2">
            <a:extLst>
              <a:ext uri="{FF2B5EF4-FFF2-40B4-BE49-F238E27FC236}">
                <a16:creationId xmlns:a16="http://schemas.microsoft.com/office/drawing/2014/main" id="{FEE7B8D3-B9E1-C662-5CBC-366FED1484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4695673"/>
              </p:ext>
            </p:extLst>
          </p:nvPr>
        </p:nvGraphicFramePr>
        <p:xfrm>
          <a:off x="1036320" y="2560320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46825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D53380-4020-EB1A-12F8-9B5C2F057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RESULTS &amp; CONCLUSION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73650FD-F451-5ACD-DB19-E2F35D3CE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400" dirty="0"/>
              <a:t>The system accurately classifies ECG heartbeats into </a:t>
            </a:r>
            <a:r>
              <a:rPr lang="en-US" sz="2400" b="1" dirty="0"/>
              <a:t>Normal</a:t>
            </a:r>
            <a:r>
              <a:rPr lang="en-US" sz="2400" dirty="0"/>
              <a:t> and </a:t>
            </a:r>
            <a:r>
              <a:rPr lang="en-US" sz="2400" b="1" dirty="0"/>
              <a:t>Abnormal</a:t>
            </a:r>
            <a:r>
              <a:rPr lang="en-US" sz="2400" dirty="0"/>
              <a:t>.</a:t>
            </a:r>
          </a:p>
          <a:p>
            <a:r>
              <a:rPr lang="en-US" sz="2400" dirty="0"/>
              <a:t>A simple web interface allows easy ECG data upload for users.</a:t>
            </a:r>
          </a:p>
          <a:p>
            <a:r>
              <a:rPr lang="en-US" sz="2400" dirty="0"/>
              <a:t>The model provides predictions along with a </a:t>
            </a:r>
            <a:r>
              <a:rPr lang="en-US" sz="2400" b="1" dirty="0"/>
              <a:t>confidence score</a:t>
            </a:r>
            <a:r>
              <a:rPr lang="en-US" sz="2400" dirty="0"/>
              <a:t>.</a:t>
            </a:r>
          </a:p>
          <a:p>
            <a:r>
              <a:rPr lang="en-US" sz="2400" dirty="0"/>
              <a:t>This system supports </a:t>
            </a:r>
            <a:r>
              <a:rPr lang="en-US" sz="2400" b="1" dirty="0"/>
              <a:t>early heart disease detection</a:t>
            </a:r>
            <a:r>
              <a:rPr lang="en-US" sz="2400" dirty="0"/>
              <a:t> and assists doctors in decision-making.</a:t>
            </a:r>
          </a:p>
          <a:p>
            <a:r>
              <a:rPr lang="en-US" sz="2400" dirty="0"/>
              <a:t>It demonstrates the </a:t>
            </a:r>
            <a:r>
              <a:rPr lang="en-US" sz="2400" b="1" dirty="0"/>
              <a:t>real-world use of Deep Learning in healthcare</a:t>
            </a:r>
            <a:r>
              <a:rPr lang="en-US" sz="2400" dirty="0"/>
              <a:t>.</a:t>
            </a:r>
          </a:p>
          <a:p>
            <a:r>
              <a:rPr lang="en-US" sz="2400" b="1" dirty="0"/>
              <a:t>Future scope:</a:t>
            </a:r>
            <a:r>
              <a:rPr lang="en-US" sz="2400" dirty="0"/>
              <a:t> real-time monitoring and wearable device integration.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286179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  <wetp:taskpane dockstate="right" visibility="0" width="1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7EA9141-E1D1-4BA3-AB92-D4B6C2F3D909}">
  <we:reference id="wa200000113" version="1.0.0.0" store="en-US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A490E96-6B76-4CAB-A3E3-268F79715D5A}">
  <we:reference id="wa200003964" version="1.0.0.0" store="en-US" storeType="OMEX"/>
  <we:alternateReferences>
    <we:reference id="wa200003964" version="1.0.0.0" store="wa200003964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441</Words>
  <Application>Microsoft Office PowerPoint</Application>
  <PresentationFormat>Widescreen</PresentationFormat>
  <Paragraphs>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Consolas</vt:lpstr>
      <vt:lpstr>Office Theme</vt:lpstr>
      <vt:lpstr>Title: ECG Heartbeat Classification using LSTM </vt:lpstr>
      <vt:lpstr>PROBLEM STATEMENT</vt:lpstr>
      <vt:lpstr>METHODOLOGY</vt:lpstr>
      <vt:lpstr>PREDICTION PIPELINE &amp; DEPLOYMENT FLOW</vt:lpstr>
      <vt:lpstr>MODEL ARCHITECTURE &amp; KEY FEATURES</vt:lpstr>
      <vt:lpstr>DATASET &amp; TECHNOLOGIES</vt:lpstr>
      <vt:lpstr>RESULTS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Cheerla Vasu Sagar</dc:creator>
  <cp:lastModifiedBy>Cheerla Vasu Sagar</cp:lastModifiedBy>
  <cp:revision>1</cp:revision>
  <dcterms:created xsi:type="dcterms:W3CDTF">2026-01-25T09:44:04Z</dcterms:created>
  <dcterms:modified xsi:type="dcterms:W3CDTF">2026-01-26T11:25:11Z</dcterms:modified>
</cp:coreProperties>
</file>